
<file path=[Content_Types].xml><?xml version="1.0" encoding="utf-8"?>
<Types xmlns="http://schemas.openxmlformats.org/package/2006/content-types">
  <Default Extension="bin" ContentType="image/unknown"/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5.xml" ContentType="application/vnd.openxmlformats-officedocument.presentationml.notesSlide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58" r:id="rId2"/>
    <p:sldId id="562" r:id="rId3"/>
    <p:sldId id="588" r:id="rId4"/>
    <p:sldId id="591" r:id="rId5"/>
    <p:sldId id="593" r:id="rId6"/>
    <p:sldId id="592" r:id="rId7"/>
    <p:sldId id="594" r:id="rId8"/>
    <p:sldId id="596" r:id="rId9"/>
    <p:sldId id="597" r:id="rId10"/>
    <p:sldId id="599" r:id="rId11"/>
    <p:sldId id="598" r:id="rId12"/>
    <p:sldId id="600" r:id="rId13"/>
    <p:sldId id="603" r:id="rId14"/>
    <p:sldId id="604" r:id="rId15"/>
    <p:sldId id="608" r:id="rId16"/>
    <p:sldId id="605" r:id="rId17"/>
    <p:sldId id="606" r:id="rId18"/>
  </p:sldIdLst>
  <p:sldSz cx="18288000" cy="10287000"/>
  <p:notesSz cx="7104063" cy="10234613"/>
  <p:embeddedFontLst>
    <p:embeddedFont>
      <p:font typeface="三极行楷简体-粗" panose="02010600030101010101" charset="-122"/>
      <p:regular r:id="rId21"/>
    </p:embeddedFont>
    <p:embeddedFont>
      <p:font typeface="演示秋鸿楷" panose="02010600030101010101" charset="-122"/>
      <p:regular r:id="rId22"/>
    </p:embeddedFont>
    <p:embeddedFont>
      <p:font typeface="云峰飞云体" panose="02010600030101010101" charset="-122"/>
      <p:regular r:id="rId23"/>
    </p:embeddedFont>
    <p:embeddedFont>
      <p:font typeface="华文中宋" panose="02010600040101010101" pitchFamily="2" charset="-122"/>
      <p:regular r:id="rId24"/>
    </p:embeddedFont>
    <p:embeddedFont>
      <p:font typeface="微软雅黑" panose="020B0503020204020204" pitchFamily="34" charset="-122"/>
      <p:regular r:id="rId25"/>
      <p:bold r:id="rId26"/>
    </p:embeddedFont>
  </p:embeddedFontLst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2" userDrawn="1">
          <p15:clr>
            <a:srgbClr val="A4A3A4"/>
          </p15:clr>
        </p15:guide>
        <p15:guide id="2" pos="22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婷婷 赵" initials="婷赵" lastIdx="1" clrIdx="0"/>
  <p:cmAuthor id="2" name="沐子沧" initials="沐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B62"/>
    <a:srgbClr val="FBC642"/>
    <a:srgbClr val="004EA1"/>
    <a:srgbClr val="00923A"/>
    <a:srgbClr val="00489B"/>
    <a:srgbClr val="E5ECF5"/>
    <a:srgbClr val="FFFFFF"/>
    <a:srgbClr val="ECECFF"/>
    <a:srgbClr val="8971D0"/>
    <a:srgbClr val="5F0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9" autoAdjust="0"/>
    <p:restoredTop sz="89734" autoAdjust="0"/>
  </p:normalViewPr>
  <p:slideViewPr>
    <p:cSldViewPr showGuides="1">
      <p:cViewPr varScale="1">
        <p:scale>
          <a:sx n="57" d="100"/>
          <a:sy n="57" d="100"/>
        </p:scale>
        <p:origin x="920" y="60"/>
      </p:cViewPr>
      <p:guideLst>
        <p:guide orient="horz" pos="5672"/>
        <p:guide pos="2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50" d="100"/>
        <a:sy n="50" d="100"/>
      </p:scale>
      <p:origin x="0" y="-2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>
              <a:latin typeface="Times New Roman" panose="02020603050405020304" pitchFamily="18" charset="0"/>
              <a:ea typeface="思源宋体 CN SemiBold" panose="02020600000000000000" charset="-122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9B84EA-7D68-4D60-9CB1-D50884785D1C}" type="datetimeFigureOut">
              <a:rPr lang="zh-CN" altLang="en-US" smtClean="0"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  <a:t>2026/5/12</a:t>
            </a:fld>
            <a:endParaRPr lang="zh-CN" altLang="en-US">
              <a:latin typeface="Times New Roman" panose="02020603050405020304" pitchFamily="18" charset="0"/>
              <a:ea typeface="思源宋体 CN SemiBold" panose="02020600000000000000" charset="-122"/>
              <a:cs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>
              <a:latin typeface="Times New Roman" panose="02020603050405020304" pitchFamily="18" charset="0"/>
              <a:ea typeface="思源宋体 CN SemiBold" panose="02020600000000000000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D4E0FC9-F1F8-4FAE-9988-3BA365CFD46F}" type="slidenum">
              <a:rPr lang="zh-CN" altLang="en-US" smtClean="0"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  <a:t>‹#›</a:t>
            </a:fld>
            <a:endParaRPr lang="zh-CN" altLang="en-US">
              <a:latin typeface="Times New Roman" panose="02020603050405020304" pitchFamily="18" charset="0"/>
              <a:ea typeface="思源宋体 CN SemiBold" panose="02020600000000000000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defRPr>
            </a:lvl1pPr>
          </a:lstStyle>
          <a:p>
            <a:fld id="{FB184A8B-638A-456F-8577-8967ED5CAB3C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defRPr>
            </a:lvl1pPr>
          </a:lstStyle>
          <a:p>
            <a:fld id="{8B6A4FC8-B6D3-4FAD-B49B-7B65511E69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charset="-122"/>
        <a:ea typeface="思源宋体 CN SemiBold" panose="02020600000000000000" charset="-122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charset="-122"/>
        <a:ea typeface="思源宋体 CN SemiBold" panose="02020600000000000000" charset="-122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charset="-122"/>
        <a:ea typeface="思源宋体 CN SemiBold" panose="02020600000000000000" charset="-122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charset="-122"/>
        <a:ea typeface="思源宋体 CN SemiBold" panose="02020600000000000000" charset="-122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 SemiBold" panose="02020600000000000000" charset="-122"/>
        <a:ea typeface="思源宋体 CN SemiBold" panose="02020600000000000000" charset="-122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6A4FC8-B6D3-4FAD-B49B-7B65511E6987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hqprint"/>
          <a:srcRect/>
          <a:stretch>
            <a:fillRect/>
          </a:stretch>
        </p:blipFill>
        <p:spPr>
          <a:xfrm>
            <a:off x="13823" y="0"/>
            <a:ext cx="18274178" cy="10287000"/>
          </a:xfrm>
          <a:custGeom>
            <a:avLst/>
            <a:gdLst>
              <a:gd name="connsiteX0" fmla="*/ 0 w 12182785"/>
              <a:gd name="connsiteY0" fmla="*/ 0 h 6858000"/>
              <a:gd name="connsiteX1" fmla="*/ 12182785 w 12182785"/>
              <a:gd name="connsiteY1" fmla="*/ 0 h 6858000"/>
              <a:gd name="connsiteX2" fmla="*/ 12182785 w 12182785"/>
              <a:gd name="connsiteY2" fmla="*/ 6858000 h 6858000"/>
              <a:gd name="connsiteX3" fmla="*/ 0 w 1218278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2785" h="6858000">
                <a:moveTo>
                  <a:pt x="0" y="0"/>
                </a:moveTo>
                <a:lnTo>
                  <a:pt x="12182785" y="0"/>
                </a:lnTo>
                <a:lnTo>
                  <a:pt x="121827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3" name="矩形 102"/>
          <p:cNvSpPr/>
          <p:nvPr userDrawn="1"/>
        </p:nvSpPr>
        <p:spPr>
          <a:xfrm>
            <a:off x="13823" y="0"/>
            <a:ext cx="18284759" cy="10287000"/>
          </a:xfrm>
          <a:prstGeom prst="rect">
            <a:avLst/>
          </a:prstGeom>
          <a:solidFill>
            <a:schemeClr val="bg1">
              <a:alpha val="8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716771" y="534557"/>
            <a:ext cx="895493" cy="749406"/>
            <a:chOff x="31942" y="356371"/>
            <a:chExt cx="596995" cy="499604"/>
          </a:xfrm>
          <a:effectLst/>
        </p:grpSpPr>
        <p:pic>
          <p:nvPicPr>
            <p:cNvPr id="58" name="图形 57"/>
            <p:cNvPicPr>
              <a:picLocks noChangeAspect="1"/>
            </p:cNvPicPr>
            <p:nvPr/>
          </p:nvPicPr>
          <p:blipFill>
            <a:blip r:embed="rId3" cstate="hqprint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581" y="356371"/>
              <a:ext cx="451716" cy="451716"/>
            </a:xfrm>
            <a:prstGeom prst="rect">
              <a:avLst/>
            </a:prstGeom>
            <a:effectLst/>
          </p:spPr>
        </p:pic>
        <p:sp>
          <p:nvSpPr>
            <p:cNvPr id="59" name="椭圆 58"/>
            <p:cNvSpPr/>
            <p:nvPr/>
          </p:nvSpPr>
          <p:spPr>
            <a:xfrm>
              <a:off x="31942" y="632925"/>
              <a:ext cx="596995" cy="223050"/>
            </a:xfrm>
            <a:prstGeom prst="ellips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65230" y="556973"/>
            <a:ext cx="8141510" cy="78483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defRPr lang="zh-CN" altLang="en-US" sz="4200" b="1" kern="1200" dirty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片 3" descr="logo-white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04" b="89735" l="3719" r="97696">
                        <a14:foregroundMark x1="30962" y1="53403" x2="30962" y2="53403"/>
                        <a14:foregroundMark x1="31245" y1="37601" x2="31245" y2="37601"/>
                        <a14:foregroundMark x1="31205" y1="23991" x2="31205" y2="23991"/>
                        <a14:foregroundMark x1="35327" y1="21569" x2="35327" y2="21569"/>
                        <a14:foregroundMark x1="33832" y1="37947" x2="33832" y2="37947"/>
                        <a14:foregroundMark x1="31609" y1="48904" x2="29022" y2="59977"/>
                        <a14:foregroundMark x1="34479" y1="49712" x2="34479" y2="49712"/>
                        <a14:foregroundMark x1="34034" y1="31719" x2="33185" y2="55709"/>
                        <a14:foregroundMark x1="36863" y1="51788" x2="39329" y2="52018"/>
                        <a14:foregroundMark x1="38399" y1="33333" x2="38278" y2="46021"/>
                        <a14:foregroundMark x1="40461" y1="23183" x2="42967" y2="23299"/>
                        <a14:foregroundMark x1="42967" y1="25260" x2="42603" y2="52480"/>
                        <a14:foregroundMark x1="48545" y1="35525" x2="50121" y2="36332"/>
                        <a14:foregroundMark x1="49717" y1="39331" x2="49313" y2="56517"/>
                        <a14:foregroundMark x1="49313" y1="56517" x2="49394" y2="56863"/>
                        <a14:foregroundMark x1="53759" y1="48558" x2="56103" y2="48212"/>
                        <a14:foregroundMark x1="53395" y1="40138" x2="56912" y2="41061"/>
                        <a14:foregroundMark x1="54850" y1="32411" x2="58812" y2="32411"/>
                        <a14:foregroundMark x1="48343" y1="21915" x2="49353" y2="25375"/>
                        <a14:foregroundMark x1="72272" y1="22722" x2="72272" y2="22722"/>
                        <a14:foregroundMark x1="72635" y1="34602" x2="72635" y2="34602"/>
                        <a14:foregroundMark x1="69038" y1="20992" x2="74212" y2="20877"/>
                        <a14:foregroundMark x1="70170" y1="37716" x2="77324" y2="37601"/>
                        <a14:foregroundMark x1="69442" y1="52249" x2="71867" y2="44291"/>
                        <a14:foregroundMark x1="73525" y1="45675" x2="73888" y2="54210"/>
                        <a14:foregroundMark x1="88682" y1="23529" x2="93007" y2="22607"/>
                        <a14:foregroundMark x1="97736" y1="23414" x2="97736" y2="23414"/>
                        <a14:foregroundMark x1="91269" y1="40715" x2="91350" y2="47520"/>
                        <a14:foregroundMark x1="14066" y1="88351" x2="10833" y2="72895"/>
                        <a14:foregroundMark x1="4729" y1="21107" x2="3719" y2="49020"/>
                        <a14:foregroundMark x1="53597" y1="21453" x2="58812" y2="21453"/>
                        <a14:foregroundMark x1="73605" y1="58824" x2="75586" y2="62284"/>
                        <a14:foregroundMark x1="86338" y1="41984" x2="84923" y2="542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04511" y="556973"/>
            <a:ext cx="2590559" cy="90862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15737681" y="1118288"/>
            <a:ext cx="16002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您的生活助手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defRPr>
            </a:lvl1pPr>
          </a:lstStyle>
          <a:p>
            <a:fld id="{1D8BD707-D9CF-40AE-B4C6-C98DA3205C09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思源宋体 CN SemiBold" panose="02020600000000000000" charset="-122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思源宋体 CN SemiBold" panose="02020600000000000000" charset="-122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思源宋体 CN SemiBold" panose="02020600000000000000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思源宋体 CN SemiBold" panose="02020600000000000000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思源宋体 CN SemiBold" panose="02020600000000000000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思源宋体 CN SemiBold" panose="02020600000000000000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16.png"/><Relationship Id="rId3" Type="http://schemas.openxmlformats.org/officeDocument/2006/relationships/tags" Target="../tags/tag6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5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14.png"/><Relationship Id="rId5" Type="http://schemas.openxmlformats.org/officeDocument/2006/relationships/tags" Target="../tags/tag8.xml"/><Relationship Id="rId10" Type="http://schemas.openxmlformats.org/officeDocument/2006/relationships/image" Target="../media/image13.jpeg"/><Relationship Id="rId4" Type="http://schemas.openxmlformats.org/officeDocument/2006/relationships/tags" Target="../tags/tag7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26" Type="http://schemas.openxmlformats.org/officeDocument/2006/relationships/image" Target="../media/image21.svg"/><Relationship Id="rId3" Type="http://schemas.openxmlformats.org/officeDocument/2006/relationships/tags" Target="../tags/tag12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image" Target="../media/image20.png"/><Relationship Id="rId33" Type="http://schemas.openxmlformats.org/officeDocument/2006/relationships/image" Target="../media/image28.png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29" Type="http://schemas.openxmlformats.org/officeDocument/2006/relationships/image" Target="../media/image24.jpe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image" Target="../media/image19.png"/><Relationship Id="rId32" Type="http://schemas.openxmlformats.org/officeDocument/2006/relationships/image" Target="../media/image27.png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8.png"/><Relationship Id="rId28" Type="http://schemas.openxmlformats.org/officeDocument/2006/relationships/image" Target="../media/image23.jpeg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31" Type="http://schemas.openxmlformats.org/officeDocument/2006/relationships/image" Target="../media/image26.jpe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notesSlide" Target="../notesSlides/notesSlide5.xml"/><Relationship Id="rId27" Type="http://schemas.openxmlformats.org/officeDocument/2006/relationships/image" Target="../media/image22.jpeg"/><Relationship Id="rId30" Type="http://schemas.openxmlformats.org/officeDocument/2006/relationships/image" Target="../media/image25.jpeg"/><Relationship Id="rId8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8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GIF"/><Relationship Id="rId5" Type="http://schemas.openxmlformats.org/officeDocument/2006/relationships/image" Target="../media/image37.GIF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bin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eg"/><Relationship Id="rId3" Type="http://schemas.openxmlformats.org/officeDocument/2006/relationships/image" Target="../media/image8.png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eg"/><Relationship Id="rId5" Type="http://schemas.openxmlformats.org/officeDocument/2006/relationships/image" Target="../media/image56.emf"/><Relationship Id="rId4" Type="http://schemas.openxmlformats.org/officeDocument/2006/relationships/image" Target="../media/image5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image" Target="../media/image8.png"/><Relationship Id="rId18" Type="http://schemas.openxmlformats.org/officeDocument/2006/relationships/image" Target="../media/image62.png"/><Relationship Id="rId3" Type="http://schemas.openxmlformats.org/officeDocument/2006/relationships/tags" Target="../tags/tag33.xml"/><Relationship Id="rId21" Type="http://schemas.openxmlformats.org/officeDocument/2006/relationships/image" Target="../media/image34.png"/><Relationship Id="rId7" Type="http://schemas.openxmlformats.org/officeDocument/2006/relationships/tags" Target="../tags/tag37.xml"/><Relationship Id="rId12" Type="http://schemas.openxmlformats.org/officeDocument/2006/relationships/notesSlide" Target="../notesSlides/notesSlide14.xml"/><Relationship Id="rId17" Type="http://schemas.openxmlformats.org/officeDocument/2006/relationships/image" Target="../media/image48.png"/><Relationship Id="rId2" Type="http://schemas.openxmlformats.org/officeDocument/2006/relationships/tags" Target="../tags/tag32.xml"/><Relationship Id="rId16" Type="http://schemas.openxmlformats.org/officeDocument/2006/relationships/image" Target="../media/image61.jpeg"/><Relationship Id="rId20" Type="http://schemas.openxmlformats.org/officeDocument/2006/relationships/image" Target="../media/image36.svg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15" Type="http://schemas.openxmlformats.org/officeDocument/2006/relationships/image" Target="../media/image60.jpeg"/><Relationship Id="rId23" Type="http://schemas.openxmlformats.org/officeDocument/2006/relationships/image" Target="../media/image64.svg"/><Relationship Id="rId10" Type="http://schemas.openxmlformats.org/officeDocument/2006/relationships/tags" Target="../tags/tag40.xml"/><Relationship Id="rId19" Type="http://schemas.openxmlformats.org/officeDocument/2006/relationships/image" Target="../media/image35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image" Target="../media/image26.jpeg"/><Relationship Id="rId22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3" Type="http://schemas.openxmlformats.org/officeDocument/2006/relationships/image" Target="../media/image22.jpeg"/><Relationship Id="rId7" Type="http://schemas.openxmlformats.org/officeDocument/2006/relationships/image" Target="../media/image6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10" Type="http://schemas.openxmlformats.org/officeDocument/2006/relationships/image" Target="../media/image70.bin"/><Relationship Id="rId4" Type="http://schemas.openxmlformats.org/officeDocument/2006/relationships/image" Target="../media/image7.png"/><Relationship Id="rId9" Type="http://schemas.openxmlformats.org/officeDocument/2006/relationships/image" Target="../media/image6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/桌面/VCG41N2149642730.jpgVCG41N2149642730"/>
          <p:cNvPicPr>
            <a:picLocks noChangeAspect="1"/>
          </p:cNvPicPr>
          <p:nvPr/>
        </p:nvPicPr>
        <p:blipFill>
          <a:blip r:embed="rId3"/>
          <a:srcRect l="3116" r="3116" b="5284"/>
          <a:stretch>
            <a:fillRect/>
          </a:stretch>
        </p:blipFill>
        <p:spPr>
          <a:xfrm flipH="1">
            <a:off x="4114800" y="-38100"/>
            <a:ext cx="14635480" cy="1029335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0" y="0"/>
            <a:ext cx="18341340" cy="10287000"/>
          </a:xfrm>
          <a:custGeom>
            <a:avLst/>
            <a:gdLst/>
            <a:ahLst/>
            <a:cxnLst/>
            <a:rect l="l" t="t" r="r" b="b"/>
            <a:pathLst>
              <a:path w="18250541" h="10287000">
                <a:moveTo>
                  <a:pt x="0" y="0"/>
                </a:moveTo>
                <a:lnTo>
                  <a:pt x="18250541" y="0"/>
                </a:lnTo>
                <a:lnTo>
                  <a:pt x="182505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33000">
                <a:srgbClr val="004EA1">
                  <a:alpha val="59000"/>
                </a:srgbClr>
              </a:gs>
              <a:gs pos="0">
                <a:srgbClr val="004EA1">
                  <a:alpha val="19000"/>
                </a:srgbClr>
              </a:gs>
              <a:gs pos="69000">
                <a:srgbClr val="00489B"/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1285" y="2933700"/>
            <a:ext cx="18042255" cy="221551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面向</a:t>
            </a:r>
            <a:r>
              <a:rPr lang="zh-CN" altLang="en-US" sz="6000" b="1" dirty="0">
                <a:solidFill>
                  <a:srgbClr val="FFC000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心律失常</a:t>
            </a:r>
            <a:r>
              <a:rPr lang="zh-CN" altLang="en-US" sz="6000" b="1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老人的</a:t>
            </a:r>
            <a:r>
              <a:rPr lang="zh-CN" altLang="en-US" sz="6000" b="1" dirty="0">
                <a:solidFill>
                  <a:srgbClr val="FFC000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可穿戴</a:t>
            </a:r>
            <a:r>
              <a:rPr lang="zh-CN" altLang="en-US" sz="6000" b="1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多体征监护系统</a:t>
            </a:r>
          </a:p>
          <a:p>
            <a:pPr lvl="0" indent="0" algn="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6000" b="1" dirty="0">
                <a:solidFill>
                  <a:schemeClr val="bg1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 ——</a:t>
            </a:r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一套覆盖“</a:t>
            </a:r>
            <a:r>
              <a:rPr lang="zh-CN" altLang="en-US" sz="4400" b="1" dirty="0">
                <a:solidFill>
                  <a:srgbClr val="FBC642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端-边-云-端</a:t>
            </a:r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”完整链路的</a:t>
            </a:r>
            <a:r>
              <a:rPr lang="en-US" altLang="zh-CN" sz="4400" b="1" dirty="0">
                <a:solidFill>
                  <a:srgbClr val="FBC642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AIoT</a:t>
            </a:r>
            <a:r>
              <a:rPr lang="zh-CN" altLang="en-US" sz="4400" b="1" dirty="0">
                <a:solidFill>
                  <a:srgbClr val="FBC642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可穿戴医疗监护系统</a:t>
            </a:r>
            <a:r>
              <a:rPr lang="en-US" altLang="zh-CN" sz="4400" b="1" dirty="0">
                <a:solidFill>
                  <a:schemeClr val="bg1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5" name="矩形 4"/>
          <p:cNvSpPr/>
          <p:nvPr/>
        </p:nvSpPr>
        <p:spPr>
          <a:xfrm>
            <a:off x="152400" y="5448300"/>
            <a:ext cx="16746855" cy="76200"/>
          </a:xfrm>
          <a:prstGeom prst="rect">
            <a:avLst/>
          </a:prstGeom>
          <a:gradFill>
            <a:gsLst>
              <a:gs pos="0">
                <a:schemeClr val="bg1">
                  <a:lumMod val="99000"/>
                  <a:alpha val="0"/>
                </a:schemeClr>
              </a:gs>
              <a:gs pos="28000">
                <a:schemeClr val="bg1">
                  <a:alpha val="39000"/>
                </a:schemeClr>
              </a:gs>
              <a:gs pos="76000">
                <a:schemeClr val="bg1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6" name="TextBox 17"/>
          <p:cNvSpPr txBox="1"/>
          <p:nvPr/>
        </p:nvSpPr>
        <p:spPr>
          <a:xfrm>
            <a:off x="76200" y="5823878"/>
            <a:ext cx="10667999" cy="43053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t">
            <a:spAutoFit/>
          </a:bodyPr>
          <a:lstStyle/>
          <a:p>
            <a:pPr lvl="0" indent="0" algn="ctr" fontAlgn="auto">
              <a:lnSpc>
                <a:spcPct val="100000"/>
              </a:lnSpc>
              <a:spcBef>
                <a:spcPct val="0"/>
              </a:spcBef>
            </a:pP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武汉理工大学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级本科生毕业设计论文答辩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20040" y="499595"/>
            <a:ext cx="8823960" cy="960768"/>
            <a:chOff x="320040" y="499595"/>
            <a:chExt cx="8823960" cy="960768"/>
          </a:xfrm>
        </p:grpSpPr>
        <p:sp>
          <p:nvSpPr>
            <p:cNvPr id="23" name="文本框 22"/>
            <p:cNvSpPr txBox="1"/>
            <p:nvPr/>
          </p:nvSpPr>
          <p:spPr>
            <a:xfrm>
              <a:off x="4578182" y="589087"/>
              <a:ext cx="4565818" cy="706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4000" b="0" i="0" dirty="0">
                  <a:solidFill>
                    <a:schemeClr val="bg1"/>
                  </a:solidFill>
                  <a:effectLst/>
                  <a:latin typeface="三极行楷简体-粗" panose="00000500000000000000" charset="-122"/>
                  <a:ea typeface="三极行楷简体-粗" panose="00000500000000000000" charset="-122"/>
                  <a:cs typeface="Times New Roman" panose="02020603050405020304" pitchFamily="18" charset="0"/>
                </a:rPr>
                <a:t>厚德博学 追求卓越</a:t>
              </a:r>
              <a:endParaRPr lang="zh-CN" altLang="en-US" sz="4000" dirty="0">
                <a:solidFill>
                  <a:schemeClr val="bg1"/>
                </a:solidFill>
                <a:latin typeface="三极行楷简体-粗" panose="00000500000000000000" charset="-122"/>
                <a:ea typeface="三极行楷简体-粗" panose="00000500000000000000" charset="-122"/>
                <a:cs typeface="Times New Roman" panose="02020603050405020304" pitchFamily="18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r="40652" b="-14337"/>
            <a:stretch>
              <a:fillRect/>
            </a:stretch>
          </p:blipFill>
          <p:spPr>
            <a:xfrm>
              <a:off x="320040" y="499595"/>
              <a:ext cx="4258142" cy="960768"/>
            </a:xfrm>
            <a:prstGeom prst="rect">
              <a:avLst/>
            </a:prstGeom>
          </p:spPr>
        </p:pic>
      </p:grpSp>
      <p:sp>
        <p:nvSpPr>
          <p:cNvPr id="4" name="TextBox 18"/>
          <p:cNvSpPr txBox="1"/>
          <p:nvPr/>
        </p:nvSpPr>
        <p:spPr>
          <a:xfrm>
            <a:off x="320040" y="7458417"/>
            <a:ext cx="21210050" cy="1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机电工程学院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  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班级：测控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2202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班</a:t>
            </a: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答辩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人：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张元杰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指导老师：刘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演示秋鸿楷" panose="00000500000000000000" pitchFamily="2" charset="-122"/>
                <a:sym typeface="+mn-ea"/>
              </a:rPr>
              <a:t>繄</a:t>
            </a:r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 </a:t>
            </a:r>
            <a:endParaRPr 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演示秋鸿楷" panose="00000500000000000000" pitchFamily="2" charset="-122"/>
              <a:ea typeface="演示秋鸿楷" panose="00000500000000000000" pitchFamily="2" charset="-122"/>
              <a:cs typeface="演示秋鸿楷" panose="00000500000000000000" pitchFamily="2" charset="-122"/>
              <a:sym typeface="汉仪书宋二简" panose="0201060000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0" y="342852"/>
            <a:ext cx="18288000" cy="1194043"/>
            <a:chOff x="0" y="342852"/>
            <a:chExt cx="18288000" cy="1194043"/>
          </a:xfrm>
        </p:grpSpPr>
        <p:sp>
          <p:nvSpPr>
            <p:cNvPr id="41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/>
              <a:endParaRPr lang="zh-CN" altLang="en-US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3810000" y="683623"/>
              <a:ext cx="8579650" cy="522302"/>
              <a:chOff x="3810000" y="683623"/>
              <a:chExt cx="8579650" cy="522302"/>
            </a:xfrm>
          </p:grpSpPr>
          <p:sp>
            <p:nvSpPr>
              <p:cNvPr id="71" name="文本框 70"/>
              <p:cNvSpPr txBox="1"/>
              <p:nvPr/>
            </p:nvSpPr>
            <p:spPr>
              <a:xfrm>
                <a:off x="4419600" y="683955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系统设计</a:t>
                </a: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7619835" y="683954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核心算法</a:t>
                </a:r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10661650" y="683623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74" name="直接连接符 73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75" name="直接连接符 74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76" name="直接连接符 75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</p:grpSp>
        <p:cxnSp>
          <p:nvCxnSpPr>
            <p:cNvPr id="62" name="直接连接符 61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63" name="任意多边形: 形状 62"/>
            <p:cNvSpPr/>
            <p:nvPr/>
          </p:nvSpPr>
          <p:spPr>
            <a:xfrm>
              <a:off x="381000" y="342852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chemeClr val="accent1">
                  <a:alpha val="29000"/>
                </a:scheme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>
                <a:lnSpc>
                  <a:spcPct val="90000"/>
                </a:lnSpc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研究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</a:rPr>
                <a:t>背景</a:t>
              </a:r>
              <a:endParaRPr 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84150" y="1767840"/>
            <a:ext cx="11873865" cy="7362190"/>
            <a:chOff x="290" y="2784"/>
            <a:chExt cx="18488" cy="11423"/>
          </a:xfrm>
        </p:grpSpPr>
        <p:sp>
          <p:nvSpPr>
            <p:cNvPr id="8" name="矩形 7"/>
            <p:cNvSpPr/>
            <p:nvPr/>
          </p:nvSpPr>
          <p:spPr>
            <a:xfrm>
              <a:off x="290" y="2784"/>
              <a:ext cx="18487" cy="11423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D2F6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6">
              <a:grayscl/>
            </a:blip>
            <a:srcRect l="14286" r="6085"/>
            <a:stretch>
              <a:fillRect/>
            </a:stretch>
          </p:blipFill>
          <p:spPr>
            <a:xfrm>
              <a:off x="481" y="3060"/>
              <a:ext cx="9044" cy="1020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7"/>
            <a:srcRect l="2514" r="2681"/>
            <a:stretch>
              <a:fillRect/>
            </a:stretch>
          </p:blipFill>
          <p:spPr>
            <a:xfrm>
              <a:off x="9525" y="3060"/>
              <a:ext cx="8916" cy="10205"/>
            </a:xfrm>
            <a:prstGeom prst="rect">
              <a:avLst/>
            </a:prstGeom>
          </p:spPr>
        </p:pic>
        <p:sp>
          <p:nvSpPr>
            <p:cNvPr id="6" name="矩形 5"/>
            <p:cNvSpPr/>
            <p:nvPr>
              <p:custDataLst>
                <p:tags r:id="rId2"/>
              </p:custDataLst>
            </p:nvPr>
          </p:nvSpPr>
          <p:spPr>
            <a:xfrm>
              <a:off x="290" y="13265"/>
              <a:ext cx="18488" cy="943"/>
            </a:xfrm>
            <a:prstGeom prst="rect">
              <a:avLst/>
            </a:prstGeom>
            <a:solidFill>
              <a:srgbClr val="004E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今年3月，考研名师张雪峰老师因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心源性猝死</a:t>
              </a:r>
              <a:r>
                <a:rPr lang="en-US" altLang="zh-CN" sz="2400" b="1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离世，年仅</a:t>
              </a:r>
              <a:r>
                <a:rPr lang="en-US" altLang="zh-CN" sz="2000" b="1" dirty="0">
                  <a:solidFill>
                    <a:srgbClr val="FF3B6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2400" b="1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41</a:t>
              </a:r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岁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❀❀❀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2579350" y="6210300"/>
            <a:ext cx="5414645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图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1990-2017年中国农村/城市居民主要疾病死亡率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554585" y="8928735"/>
            <a:ext cx="5414645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图</a:t>
            </a: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2020-2030E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中国人口老龄化情况</a:t>
            </a:r>
            <a:r>
              <a:rPr 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457690"/>
            <a:ext cx="18288635" cy="905510"/>
          </a:xfrm>
          <a:prstGeom prst="rect">
            <a:avLst/>
          </a:prstGeom>
          <a:gradFill>
            <a:gsLst>
              <a:gs pos="1700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  <a:gs pos="54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3"/>
          <p:cNvSpPr/>
          <p:nvPr/>
        </p:nvSpPr>
        <p:spPr>
          <a:xfrm>
            <a:off x="304800" y="9502140"/>
            <a:ext cx="17641570" cy="687705"/>
          </a:xfrm>
          <a:prstGeom prst="roundRect">
            <a:avLst>
              <a:gd name="adj" fmla="val 5238"/>
            </a:avLst>
          </a:prstGeom>
          <a:solidFill>
            <a:srgbClr val="E5ECF5"/>
          </a:solidFill>
          <a:ln w="12700" cmpd="sng">
            <a:solidFill>
              <a:srgbClr val="004EA1"/>
            </a:solidFill>
            <a:prstDash val="solid"/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kern="0">
                <a:solidFill>
                  <a:schemeClr val="tx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据《</a:t>
            </a:r>
            <a:r>
              <a:rPr lang="zh-CN" altLang="en-US" sz="2800" u="sng" kern="0">
                <a:solidFill>
                  <a:schemeClr val="tx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中国心血管健康与疾病报告2023</a:t>
            </a:r>
            <a:r>
              <a:rPr lang="zh-CN" altLang="en-US" sz="2800" kern="0">
                <a:solidFill>
                  <a:schemeClr val="tx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》，我国每年院外</a:t>
            </a:r>
            <a:r>
              <a:rPr lang="zh-CN" altLang="en-US" sz="3200" kern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心源性猝死</a:t>
            </a:r>
            <a:r>
              <a:rPr lang="zh-CN" altLang="en-US" sz="2800" kern="0">
                <a:solidFill>
                  <a:schemeClr val="tx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超过</a:t>
            </a:r>
            <a:r>
              <a:rPr lang="zh-CN" altLang="en-US" sz="3200" kern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54万</a:t>
            </a:r>
            <a:r>
              <a:rPr lang="zh-CN" altLang="en-US" sz="2800" kern="0">
                <a:solidFill>
                  <a:schemeClr val="tx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人，院外抢救成功率不足</a:t>
            </a:r>
            <a:r>
              <a:rPr lang="zh-CN" altLang="en-US" sz="3200" kern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1%</a:t>
            </a:r>
          </a:p>
        </p:txBody>
      </p:sp>
      <p:pic>
        <p:nvPicPr>
          <p:cNvPr id="38" name="图片 38" descr="图片2"/>
          <p:cNvPicPr/>
          <p:nvPr/>
        </p:nvPicPr>
        <p:blipFill>
          <a:blip r:embed="rId8"/>
          <a:stretch>
            <a:fillRect/>
          </a:stretch>
        </p:blipFill>
        <p:spPr>
          <a:xfrm>
            <a:off x="12543473" y="1485583"/>
            <a:ext cx="5497200" cy="4719600"/>
          </a:xfrm>
          <a:prstGeom prst="rect">
            <a:avLst/>
          </a:prstGeom>
        </p:spPr>
      </p:pic>
      <p:pic>
        <p:nvPicPr>
          <p:cNvPr id="37" name="图片 37" descr="图片1"/>
          <p:cNvPicPr/>
          <p:nvPr/>
        </p:nvPicPr>
        <p:blipFill>
          <a:blip r:embed="rId9"/>
          <a:stretch>
            <a:fillRect/>
          </a:stretch>
        </p:blipFill>
        <p:spPr>
          <a:xfrm>
            <a:off x="12543473" y="6569393"/>
            <a:ext cx="5508000" cy="241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0" y="342852"/>
            <a:ext cx="18288000" cy="1194043"/>
            <a:chOff x="0" y="342852"/>
            <a:chExt cx="18288000" cy="1194043"/>
          </a:xfrm>
        </p:grpSpPr>
        <p:sp>
          <p:nvSpPr>
            <p:cNvPr id="41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/>
              <a:endParaRPr lang="zh-CN" altLang="en-US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3810000" y="683623"/>
              <a:ext cx="8579650" cy="522302"/>
              <a:chOff x="3810000" y="683623"/>
              <a:chExt cx="8579650" cy="522302"/>
            </a:xfrm>
          </p:grpSpPr>
          <p:sp>
            <p:nvSpPr>
              <p:cNvPr id="71" name="文本框 70"/>
              <p:cNvSpPr txBox="1"/>
              <p:nvPr/>
            </p:nvSpPr>
            <p:spPr>
              <a:xfrm>
                <a:off x="4419600" y="683955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系统设计</a:t>
                </a: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7619835" y="683954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核心算法</a:t>
                </a:r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10661650" y="683623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74" name="直接连接符 73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75" name="直接连接符 74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76" name="直接连接符 75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</p:grpSp>
        <p:cxnSp>
          <p:nvCxnSpPr>
            <p:cNvPr id="62" name="直接连接符 61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63" name="任意多边形: 形状 62"/>
            <p:cNvSpPr/>
            <p:nvPr/>
          </p:nvSpPr>
          <p:spPr>
            <a:xfrm>
              <a:off x="381000" y="342852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chemeClr val="accent1">
                  <a:alpha val="29000"/>
                </a:scheme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>
                <a:lnSpc>
                  <a:spcPct val="90000"/>
                </a:lnSpc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研究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</a:rPr>
                <a:t>背景</a:t>
              </a:r>
              <a:endParaRPr lang="zh-CN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sp>
        <p:nvSpPr>
          <p:cNvPr id="109" name="Freeform 16"/>
          <p:cNvSpPr/>
          <p:nvPr/>
        </p:nvSpPr>
        <p:spPr>
          <a:xfrm>
            <a:off x="-50" y="6921316"/>
            <a:ext cx="18288050" cy="3544324"/>
          </a:xfrm>
          <a:custGeom>
            <a:avLst/>
            <a:gdLst/>
            <a:ahLst/>
            <a:cxnLst/>
            <a:rect l="l" t="t" r="r" b="b"/>
            <a:pathLst>
              <a:path w="15849563" h="9172463">
                <a:moveTo>
                  <a:pt x="0" y="0"/>
                </a:moveTo>
                <a:lnTo>
                  <a:pt x="15849563" y="0"/>
                </a:lnTo>
                <a:lnTo>
                  <a:pt x="15849563" y="9172463"/>
                </a:lnTo>
                <a:lnTo>
                  <a:pt x="0" y="9172463"/>
                </a:lnTo>
                <a:close/>
              </a:path>
            </a:pathLst>
          </a:custGeom>
          <a:solidFill>
            <a:srgbClr val="D9E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7855" y="2483485"/>
            <a:ext cx="5252085" cy="74955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80085" y="6736080"/>
            <a:ext cx="5117465" cy="31229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大量临床研究揭示：</a:t>
            </a:r>
            <a:r>
              <a:rPr lang="zh-CN" altLang="en-US" sz="28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80%</a:t>
            </a: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以上的</a:t>
            </a: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心源性猝死</a:t>
            </a: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由</a:t>
            </a: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恶性心律失常</a:t>
            </a: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诱发，且</a:t>
            </a: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超过</a:t>
            </a:r>
            <a:r>
              <a:rPr lang="zh-CN" altLang="en-US" sz="28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70%</a:t>
            </a: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的患者在</a:t>
            </a: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猝死前</a:t>
            </a:r>
            <a:r>
              <a:rPr lang="zh-CN" altLang="en-US" sz="28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24</a:t>
            </a: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小时</a:t>
            </a: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内已出现可被捕捉的心律失常前兆——频发早搏、房颤、心动过速/过缓等。</a:t>
            </a:r>
          </a:p>
        </p:txBody>
      </p:sp>
      <p:sp>
        <p:nvSpPr>
          <p:cNvPr id="45" name="矩形 44"/>
          <p:cNvSpPr/>
          <p:nvPr>
            <p:custDataLst>
              <p:tags r:id="rId1"/>
            </p:custDataLst>
          </p:nvPr>
        </p:nvSpPr>
        <p:spPr>
          <a:xfrm>
            <a:off x="582295" y="1803400"/>
            <a:ext cx="5363210" cy="8180070"/>
          </a:xfrm>
          <a:prstGeom prst="rect">
            <a:avLst/>
          </a:prstGeom>
          <a:noFill/>
          <a:ln>
            <a:solidFill>
              <a:srgbClr val="013D9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>
            <p:custDataLst>
              <p:tags r:id="rId2"/>
            </p:custDataLst>
          </p:nvPr>
        </p:nvSpPr>
        <p:spPr>
          <a:xfrm>
            <a:off x="577215" y="1818640"/>
            <a:ext cx="5368290" cy="668655"/>
          </a:xfrm>
          <a:prstGeom prst="rect">
            <a:avLst/>
          </a:prstGeom>
          <a:solidFill>
            <a:srgbClr val="004E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</a:rPr>
              <a:t>临床数据</a:t>
            </a:r>
          </a:p>
        </p:txBody>
      </p:sp>
      <p:sp>
        <p:nvSpPr>
          <p:cNvPr id="35" name="矩形 34"/>
          <p:cNvSpPr/>
          <p:nvPr/>
        </p:nvSpPr>
        <p:spPr>
          <a:xfrm>
            <a:off x="713105" y="6241415"/>
            <a:ext cx="4937125" cy="458470"/>
          </a:xfrm>
          <a:prstGeom prst="rect">
            <a:avLst/>
          </a:prstGeom>
          <a:solidFill>
            <a:srgbClr val="A3B9E5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13740" y="6280785"/>
            <a:ext cx="4957445" cy="401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急性心肌梗死心电图存在典型的</a:t>
            </a:r>
            <a:r>
              <a:rPr lang="zh-CN" altLang="en-US" sz="20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心率失常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特征</a:t>
            </a:r>
          </a:p>
        </p:txBody>
      </p:sp>
      <p:sp>
        <p:nvSpPr>
          <p:cNvPr id="10" name="矩形 9"/>
          <p:cNvSpPr/>
          <p:nvPr/>
        </p:nvSpPr>
        <p:spPr>
          <a:xfrm>
            <a:off x="6512560" y="2478405"/>
            <a:ext cx="5252085" cy="74955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70650" y="6807200"/>
            <a:ext cx="5301615" cy="31229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传统心电图检查</a:t>
            </a: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受限于院内场景和短时采集，极难捕捉阵发性异常；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24小时动态心电图机</a:t>
            </a: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则因佩戴不适、续航有限难以长期普及。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对于</a:t>
            </a: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独居老人</a:t>
            </a:r>
            <a:r>
              <a:rPr lang="zh-CN" altLang="en-US" sz="24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而言，出院后的心脏监护几乎是一片空白。</a:t>
            </a: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6477000" y="1798320"/>
            <a:ext cx="5363210" cy="8180070"/>
          </a:xfrm>
          <a:prstGeom prst="rect">
            <a:avLst/>
          </a:prstGeom>
          <a:noFill/>
          <a:ln>
            <a:solidFill>
              <a:srgbClr val="013D9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6471920" y="1813560"/>
            <a:ext cx="5368290" cy="668655"/>
          </a:xfrm>
          <a:prstGeom prst="rect">
            <a:avLst/>
          </a:prstGeom>
          <a:solidFill>
            <a:srgbClr val="004E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现实困境</a:t>
            </a:r>
          </a:p>
        </p:txBody>
      </p:sp>
      <p:sp>
        <p:nvSpPr>
          <p:cNvPr id="16" name="矩形 15"/>
          <p:cNvSpPr/>
          <p:nvPr/>
        </p:nvSpPr>
        <p:spPr>
          <a:xfrm>
            <a:off x="12330430" y="2453005"/>
            <a:ext cx="5252085" cy="74955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331065" y="6858000"/>
            <a:ext cx="5262880" cy="2792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能否研发一款</a:t>
            </a:r>
            <a:r>
              <a:rPr lang="zh-CN" altLang="en-US" sz="28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可长期舒适佩戴</a:t>
            </a:r>
            <a:r>
              <a:rPr lang="zh-CN" altLang="en-US" sz="28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、</a:t>
            </a:r>
            <a:r>
              <a:rPr lang="zh-CN" altLang="en-US" sz="28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24小时不间断监测</a:t>
            </a:r>
            <a:r>
              <a:rPr lang="zh-CN" altLang="en-US" sz="28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、</a:t>
            </a:r>
            <a:r>
              <a:rPr lang="en-US" altLang="zh-CN" sz="28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AI</a:t>
            </a:r>
            <a:r>
              <a:rPr lang="zh-CN" altLang="en-US" sz="28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自动识别心律失常</a:t>
            </a:r>
            <a:r>
              <a:rPr lang="zh-CN" altLang="en-US" sz="28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并能</a:t>
            </a:r>
            <a:r>
              <a:rPr lang="zh-CN" altLang="en-US" sz="28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自动报警</a:t>
            </a:r>
            <a:r>
              <a:rPr lang="zh-CN" altLang="en-US" sz="2800" dirty="0"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的</a:t>
            </a:r>
            <a:r>
              <a:rPr lang="zh-CN" altLang="en-US" sz="28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可穿戴设备</a:t>
            </a:r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12294870" y="1772920"/>
            <a:ext cx="5363210" cy="8180070"/>
          </a:xfrm>
          <a:prstGeom prst="rect">
            <a:avLst/>
          </a:prstGeom>
          <a:noFill/>
          <a:ln>
            <a:solidFill>
              <a:srgbClr val="013D9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>
            <p:custDataLst>
              <p:tags r:id="rId6"/>
            </p:custDataLst>
          </p:nvPr>
        </p:nvSpPr>
        <p:spPr>
          <a:xfrm>
            <a:off x="12289790" y="1788160"/>
            <a:ext cx="5368290" cy="668655"/>
          </a:xfrm>
          <a:prstGeom prst="rect">
            <a:avLst/>
          </a:prstGeom>
          <a:solidFill>
            <a:srgbClr val="004E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核心命题</a:t>
            </a:r>
          </a:p>
        </p:txBody>
      </p:sp>
      <p:sp>
        <p:nvSpPr>
          <p:cNvPr id="29" name="矩形 28"/>
          <p:cNvSpPr/>
          <p:nvPr/>
        </p:nvSpPr>
        <p:spPr>
          <a:xfrm>
            <a:off x="12407265" y="6134100"/>
            <a:ext cx="5107940" cy="458470"/>
          </a:xfrm>
          <a:prstGeom prst="rect">
            <a:avLst/>
          </a:prstGeom>
          <a:solidFill>
            <a:srgbClr val="A3B9E5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2983845" y="6190615"/>
            <a:ext cx="3757930" cy="401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本产品使用效果概念图</a:t>
            </a:r>
          </a:p>
        </p:txBody>
      </p:sp>
      <p:pic>
        <p:nvPicPr>
          <p:cNvPr id="48" name="图片 8" descr="IMG_25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915" y="2628900"/>
            <a:ext cx="4938395" cy="3576320"/>
          </a:xfrm>
          <a:prstGeom prst="rect">
            <a:avLst/>
          </a:prstGeom>
          <a:noFill/>
          <a:ln w="9525"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rcRect l="-315" b="9028"/>
          <a:stretch>
            <a:fillRect/>
          </a:stretch>
        </p:blipFill>
        <p:spPr>
          <a:xfrm>
            <a:off x="6742430" y="2552700"/>
            <a:ext cx="4680000" cy="21885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2"/>
          <a:srcRect t="6497" b="5793"/>
          <a:stretch>
            <a:fillRect/>
          </a:stretch>
        </p:blipFill>
        <p:spPr>
          <a:xfrm>
            <a:off x="6742430" y="4766310"/>
            <a:ext cx="4680000" cy="198643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40" name="文本框 39"/>
          <p:cNvSpPr txBox="1"/>
          <p:nvPr/>
        </p:nvSpPr>
        <p:spPr>
          <a:xfrm>
            <a:off x="9067800" y="2552700"/>
            <a:ext cx="2277745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传统静态心电图机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9215120" y="5067300"/>
            <a:ext cx="2303145" cy="3683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Holter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动态心电图机</a:t>
            </a:r>
          </a:p>
        </p:txBody>
      </p:sp>
      <p:pic>
        <p:nvPicPr>
          <p:cNvPr id="43" name="图片 42"/>
          <p:cNvPicPr/>
          <p:nvPr/>
        </p:nvPicPr>
        <p:blipFill>
          <a:blip r:embed="rId13"/>
          <a:srcRect l="4741"/>
          <a:stretch>
            <a:fillRect/>
          </a:stretch>
        </p:blipFill>
        <p:spPr>
          <a:xfrm>
            <a:off x="12420600" y="2814320"/>
            <a:ext cx="5067300" cy="327215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5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6993255" y="-38100"/>
            <a:ext cx="11294745" cy="103454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3"/>
          <p:cNvSpPr/>
          <p:nvPr/>
        </p:nvSpPr>
        <p:spPr>
          <a:xfrm>
            <a:off x="0" y="-40640"/>
            <a:ext cx="18292445" cy="10336530"/>
          </a:xfrm>
          <a:custGeom>
            <a:avLst/>
            <a:gdLst/>
            <a:ahLst/>
            <a:cxnLst/>
            <a:rect l="l" t="t" r="r" b="b"/>
            <a:pathLst>
              <a:path w="18250541" h="10287000">
                <a:moveTo>
                  <a:pt x="0" y="0"/>
                </a:moveTo>
                <a:lnTo>
                  <a:pt x="18250541" y="0"/>
                </a:lnTo>
                <a:lnTo>
                  <a:pt x="182505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33000">
                <a:srgbClr val="004EA1">
                  <a:alpha val="59000"/>
                </a:srgbClr>
              </a:gs>
              <a:gs pos="0">
                <a:srgbClr val="004EA1">
                  <a:alpha val="19000"/>
                </a:srgbClr>
              </a:gs>
              <a:gs pos="69000">
                <a:srgbClr val="00489B"/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zh-CN" altLang="en-US" dirty="0"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0035" y="342900"/>
            <a:ext cx="17131030" cy="5143500"/>
            <a:chOff x="800936" y="4857288"/>
            <a:chExt cx="17487064" cy="5143500"/>
          </a:xfrm>
        </p:grpSpPr>
        <p:sp>
          <p:nvSpPr>
            <p:cNvPr id="19" name="TextBox 19"/>
            <p:cNvSpPr txBox="1"/>
            <p:nvPr/>
          </p:nvSpPr>
          <p:spPr>
            <a:xfrm>
              <a:off x="800936" y="4857288"/>
              <a:ext cx="17487064" cy="984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680"/>
                </a:lnSpc>
              </a:pPr>
              <a:r>
                <a:rPr lang="zh-CN" altLang="en-US" sz="5400" b="1" spc="79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</a:rPr>
                <a:t>研究</a:t>
              </a:r>
              <a:r>
                <a:rPr lang="zh-CN" altLang="en-US" sz="6000" b="1" spc="79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背景</a:t>
              </a:r>
              <a:r>
                <a:rPr lang="zh-CN" altLang="en-US" sz="4000" b="1" spc="79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：收敛功能，锁定</a:t>
              </a:r>
              <a:r>
                <a:rPr lang="en-US" altLang="zh-CN" sz="4000" b="1" spc="79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4</a:t>
              </a:r>
              <a:r>
                <a:rPr lang="zh-CN" altLang="en-US" sz="4000" b="1" spc="79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个闭环</a:t>
              </a:r>
              <a:r>
                <a:rPr lang="en-US" altLang="zh-CN" sz="4000" b="1" spc="79" dirty="0">
                  <a:solidFill>
                    <a:schemeClr val="bg1"/>
                  </a:solidFill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  <a:sym typeface="+mn-ea"/>
                </a:rPr>
                <a:t>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136" y="6457488"/>
              <a:ext cx="11536680" cy="269113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2880"/>
                </a:lnSpc>
              </a:pPr>
              <a:r>
                <a:rPr lang="zh-CN" altLang="en-US" sz="3600" dirty="0">
                  <a:solidFill>
                    <a:schemeClr val="bg1"/>
                  </a:solidFill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“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你做的不是万能玩具</a:t>
              </a:r>
              <a:r>
                <a:rPr lang="zh-CN" altLang="en-US" sz="3600" dirty="0">
                  <a:solidFill>
                    <a:srgbClr val="FF3B62"/>
                  </a:solidFill>
                  <a:effectLst/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，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而是一个能</a:t>
              </a:r>
              <a:r>
                <a:rPr lang="zh-CN" altLang="en-US" sz="40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救命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的专项</a:t>
              </a:r>
              <a:r>
                <a:rPr lang="zh-CN" altLang="en-US" sz="40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产品</a:t>
              </a:r>
              <a:r>
                <a:rPr lang="zh-CN" altLang="en-US" sz="3600" dirty="0">
                  <a:solidFill>
                    <a:schemeClr val="bg1"/>
                  </a:solidFill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”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849159" y="5967207"/>
              <a:ext cx="13400241" cy="7287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pic>
          <p:nvPicPr>
            <p:cNvPr id="7" name="图形 6" descr="v 形箭头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20336" y="9296573"/>
              <a:ext cx="890270" cy="704215"/>
            </a:xfrm>
            <a:prstGeom prst="rect">
              <a:avLst/>
            </a:prstGeom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5"/>
          <a:srcRect t="-4537" r="44680" b="-14338"/>
          <a:stretch>
            <a:fillRect/>
          </a:stretch>
        </p:blipFill>
        <p:spPr>
          <a:xfrm>
            <a:off x="14775815" y="114300"/>
            <a:ext cx="3331210" cy="85598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54330" y="2857500"/>
            <a:ext cx="2392045" cy="4419600"/>
          </a:xfrm>
          <a:prstGeom prst="roundRect">
            <a:avLst/>
          </a:prstGeom>
          <a:noFill/>
          <a:ln w="28575" cmpd="sng">
            <a:solidFill>
              <a:srgbClr val="FFFFFF"/>
            </a:solidFill>
            <a:prstDash val="solid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200000"/>
              </a:lnSpc>
            </a:pPr>
            <a:r>
              <a:rPr lang="zh-CN" altLang="en-US" b="1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</a:rPr>
              <a:t>✕ 砍掉</a:t>
            </a:r>
            <a:endParaRPr lang="en-US" altLang="zh-CN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60000" endA="900" endPos="58000" dir="5400000" sy="-100000" algn="bl" rotWithShape="0"/>
              </a:effectLst>
            </a:endParaRPr>
          </a:p>
          <a:p>
            <a:pPr algn="l">
              <a:lnSpc>
                <a:spcPct val="200000"/>
              </a:lnSpc>
            </a:pPr>
            <a:r>
              <a:rPr lang="en-US" altLang="zh-CN" strike="sngStrike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GPS</a:t>
            </a:r>
            <a:r>
              <a:rPr lang="zh-CN" altLang="en-US" strike="sngStrike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定位测量</a:t>
            </a:r>
            <a:endParaRPr lang="en-US" altLang="zh-CN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altLang="zh-CN" strike="sngStrike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OLED</a:t>
            </a:r>
            <a:r>
              <a:rPr lang="zh-CN" altLang="en-US" strike="sngStrike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屏幕显示</a:t>
            </a:r>
            <a:endParaRPr lang="en-US" altLang="zh-CN" strike="sngStrike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zh-CN" altLang="en-US" strike="sngStrike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步数 &amp; 卡路里</a:t>
            </a:r>
            <a:endParaRPr lang="en-US" altLang="zh-CN" strike="sngStrike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zh-CN" altLang="en-US" strike="sngStrike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呼吸频率监测</a:t>
            </a:r>
          </a:p>
          <a:p>
            <a:pPr algn="l"/>
            <a:endParaRPr lang="en-US" altLang="zh-CN"/>
          </a:p>
          <a:p>
            <a:pPr algn="l"/>
            <a:r>
              <a:rPr lang="zh-CN" altLang="en-US" sz="1400">
                <a:solidFill>
                  <a:srgbClr val="FF3B62"/>
                </a:solidFill>
              </a:rPr>
              <a:t>广而杂</a:t>
            </a:r>
            <a:r>
              <a:rPr lang="en-US" altLang="zh-CN" sz="1400">
                <a:solidFill>
                  <a:srgbClr val="FF3B62"/>
                </a:solidFill>
              </a:rPr>
              <a:t>——</a:t>
            </a:r>
            <a:r>
              <a:rPr lang="zh-CN" altLang="en-US" sz="1400">
                <a:solidFill>
                  <a:srgbClr val="FF3B62"/>
                </a:solidFill>
              </a:rPr>
              <a:t> 什么都做不精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4156710" y="2933700"/>
            <a:ext cx="3323590" cy="4419600"/>
          </a:xfrm>
          <a:prstGeom prst="roundRect">
            <a:avLst/>
          </a:prstGeom>
          <a:noFill/>
          <a:ln w="28575" cmpd="sng">
            <a:solidFill>
              <a:srgbClr val="FFFFFF"/>
            </a:solidFill>
            <a:prstDash val="solid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</a:rPr>
              <a:t> </a:t>
            </a:r>
            <a:r>
              <a:rPr lang="zh-CN" altLang="en-US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</a:rPr>
              <a:t>✓ 保留</a:t>
            </a:r>
            <a:endParaRPr lang="en-US" altLang="zh-CN" b="1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60000" endA="900" endPos="58000" dir="5400000" sy="-100000" algn="bl" rotWithShape="0"/>
              </a:effectLst>
            </a:endParaRPr>
          </a:p>
          <a:p>
            <a:pPr algn="l">
              <a:lnSpc>
                <a:spcPct val="200000"/>
              </a:lnSpc>
            </a:pPr>
            <a:r>
              <a:rPr lang="zh-CN" altLang="en-US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💚 心率血氧，连续监测</a:t>
            </a:r>
            <a:endParaRPr lang="en-US" altLang="zh-CN">
              <a:solidFill>
                <a:schemeClr val="bg1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🧠 心律失常，</a:t>
            </a:r>
            <a:r>
              <a:rPr lang="en-US" altLang="zh-CN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AI</a:t>
            </a:r>
            <a:r>
              <a:rPr lang="zh-CN" altLang="en-US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智能识别</a:t>
            </a:r>
            <a:endParaRPr lang="en-US" altLang="zh-CN">
              <a:solidFill>
                <a:schemeClr val="bg1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🚨 跌倒检测，自动报警</a:t>
            </a:r>
            <a:endParaRPr lang="en-US" altLang="zh-CN">
              <a:solidFill>
                <a:schemeClr val="bg1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📱 云端通知，家属实时知道</a:t>
            </a:r>
          </a:p>
          <a:p>
            <a:pPr algn="l">
              <a:lnSpc>
                <a:spcPct val="150000"/>
              </a:lnSpc>
            </a:pPr>
            <a:endParaRPr lang="en-US" altLang="zh-CN" sz="1400">
              <a:solidFill>
                <a:srgbClr val="FF3B62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sz="1400">
                <a:solidFill>
                  <a:srgbClr val="00B050"/>
                </a:solidFill>
              </a:rPr>
              <a:t> </a:t>
            </a:r>
            <a:r>
              <a:rPr lang="zh-CN" altLang="en-US" sz="1400">
                <a:solidFill>
                  <a:srgbClr val="00B050"/>
                </a:solidFill>
              </a:rPr>
              <a:t>小而精</a:t>
            </a:r>
            <a:r>
              <a:rPr lang="en-US" altLang="zh-CN" sz="1400">
                <a:solidFill>
                  <a:srgbClr val="00B050"/>
                </a:solidFill>
              </a:rPr>
              <a:t>——</a:t>
            </a:r>
            <a:r>
              <a:rPr lang="zh-CN" altLang="en-US" sz="1400">
                <a:solidFill>
                  <a:srgbClr val="00B050"/>
                </a:solidFill>
              </a:rPr>
              <a:t>每项产品级</a:t>
            </a:r>
          </a:p>
        </p:txBody>
      </p:sp>
      <p:sp>
        <p:nvSpPr>
          <p:cNvPr id="13" name="五边形 12"/>
          <p:cNvSpPr/>
          <p:nvPr/>
        </p:nvSpPr>
        <p:spPr>
          <a:xfrm>
            <a:off x="42545" y="7658100"/>
            <a:ext cx="2055495" cy="1600200"/>
          </a:xfrm>
          <a:prstGeom prst="homePlate">
            <a:avLst/>
          </a:prstGeom>
          <a:gradFill>
            <a:gsLst>
              <a:gs pos="53000">
                <a:srgbClr val="4DD60C">
                  <a:alpha val="100000"/>
                </a:srgbClr>
              </a:gs>
              <a:gs pos="26000">
                <a:srgbClr val="A1DC04"/>
              </a:gs>
              <a:gs pos="0">
                <a:srgbClr val="DAED05">
                  <a:alpha val="80000"/>
                </a:srgbClr>
              </a:gs>
              <a:gs pos="100000">
                <a:srgbClr val="17C91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</a:rPr>
              <a:t>监测</a:t>
            </a:r>
            <a:endParaRPr lang="zh-CN" altLang="en-US"/>
          </a:p>
          <a:p>
            <a:pPr algn="ctr">
              <a:lnSpc>
                <a:spcPct val="150000"/>
              </a:lnSpc>
            </a:pPr>
            <a:r>
              <a:rPr lang="zh-CN" altLang="en-US" sz="1400" u="sng">
                <a:solidFill>
                  <a:schemeClr val="tx1"/>
                </a:solidFill>
                <a:effectLst/>
                <a:sym typeface="+mn-ea"/>
              </a:rPr>
              <a:t>心率血氧连续监测</a:t>
            </a:r>
          </a:p>
        </p:txBody>
      </p:sp>
      <p:sp>
        <p:nvSpPr>
          <p:cNvPr id="15" name="燕尾形 14"/>
          <p:cNvSpPr/>
          <p:nvPr/>
        </p:nvSpPr>
        <p:spPr>
          <a:xfrm>
            <a:off x="1433195" y="7658100"/>
            <a:ext cx="3070860" cy="1599565"/>
          </a:xfrm>
          <a:prstGeom prst="chevron">
            <a:avLst/>
          </a:prstGeom>
          <a:gradFill>
            <a:gsLst>
              <a:gs pos="53000">
                <a:schemeClr val="tx2">
                  <a:lumMod val="60000"/>
                  <a:lumOff val="40000"/>
                </a:schemeClr>
              </a:gs>
              <a:gs pos="26000">
                <a:schemeClr val="accent2">
                  <a:lumMod val="40000"/>
                  <a:lumOff val="60000"/>
                </a:schemeClr>
              </a:gs>
              <a:gs pos="6000">
                <a:srgbClr val="90BFFE">
                  <a:alpha val="100000"/>
                </a:srgbClr>
              </a:gs>
              <a:gs pos="0">
                <a:schemeClr val="tx2">
                  <a:lumMod val="20000"/>
                  <a:lumOff val="8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  <a:sym typeface="+mn-ea"/>
              </a:rPr>
              <a:t>分析</a:t>
            </a:r>
            <a:endParaRPr lang="zh-CN" altLang="en-US" sz="2800"/>
          </a:p>
          <a:p>
            <a:pPr algn="ctr">
              <a:lnSpc>
                <a:spcPct val="150000"/>
              </a:lnSpc>
            </a:pPr>
            <a:r>
              <a:rPr lang="zh-CN" altLang="en-US" sz="1400" u="sng">
                <a:solidFill>
                  <a:schemeClr val="tx1"/>
                </a:solidFill>
                <a:effectLst/>
                <a:sym typeface="+mn-ea"/>
              </a:rPr>
              <a:t>心律失常</a:t>
            </a:r>
            <a:r>
              <a:rPr lang="en-US" altLang="zh-CN" sz="1400" u="sng">
                <a:solidFill>
                  <a:schemeClr val="tx1"/>
                </a:solidFill>
                <a:effectLst/>
                <a:sym typeface="+mn-ea"/>
              </a:rPr>
              <a:t>AI</a:t>
            </a:r>
            <a:r>
              <a:rPr lang="zh-CN" altLang="en-US" sz="1400" u="sng">
                <a:solidFill>
                  <a:schemeClr val="tx1"/>
                </a:solidFill>
                <a:effectLst/>
                <a:sym typeface="+mn-ea"/>
              </a:rPr>
              <a:t>识别</a:t>
            </a:r>
          </a:p>
        </p:txBody>
      </p:sp>
      <p:sp>
        <p:nvSpPr>
          <p:cNvPr id="16" name="燕尾形 15"/>
          <p:cNvSpPr/>
          <p:nvPr/>
        </p:nvSpPr>
        <p:spPr>
          <a:xfrm>
            <a:off x="3792220" y="7658100"/>
            <a:ext cx="2974340" cy="1599565"/>
          </a:xfrm>
          <a:prstGeom prst="chevron">
            <a:avLst/>
          </a:prstGeom>
          <a:gradFill>
            <a:gsLst>
              <a:gs pos="50000">
                <a:srgbClr val="E40D08"/>
              </a:gs>
              <a:gs pos="26000">
                <a:srgbClr val="FF6D3B"/>
              </a:gs>
              <a:gs pos="0">
                <a:srgbClr val="FCAD36"/>
              </a:gs>
              <a:gs pos="100000">
                <a:srgbClr val="C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  <a:sym typeface="+mn-ea"/>
              </a:rPr>
              <a:t>预警</a:t>
            </a:r>
            <a:endParaRPr lang="zh-CN" altLang="en-US" sz="2800"/>
          </a:p>
          <a:p>
            <a:pPr algn="ctr">
              <a:lnSpc>
                <a:spcPct val="150000"/>
              </a:lnSpc>
            </a:pPr>
            <a:r>
              <a:rPr lang="zh-CN" altLang="en-US" sz="1400" u="sng">
                <a:solidFill>
                  <a:schemeClr val="tx1"/>
                </a:solidFill>
                <a:effectLst/>
                <a:sym typeface="+mn-ea"/>
              </a:rPr>
              <a:t>跌倒检测报警</a:t>
            </a:r>
          </a:p>
        </p:txBody>
      </p:sp>
      <p:sp>
        <p:nvSpPr>
          <p:cNvPr id="17" name="燕尾形 16"/>
          <p:cNvSpPr/>
          <p:nvPr/>
        </p:nvSpPr>
        <p:spPr>
          <a:xfrm>
            <a:off x="6078220" y="7658735"/>
            <a:ext cx="2907030" cy="1599565"/>
          </a:xfrm>
          <a:prstGeom prst="chevron">
            <a:avLst/>
          </a:prstGeom>
          <a:gradFill>
            <a:gsLst>
              <a:gs pos="61000">
                <a:srgbClr val="5F09DF"/>
              </a:gs>
              <a:gs pos="34000">
                <a:srgbClr val="5812DA"/>
              </a:gs>
              <a:gs pos="9000">
                <a:srgbClr val="8971D0"/>
              </a:gs>
              <a:gs pos="100000">
                <a:srgbClr val="450C8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  <a:sym typeface="+mn-ea"/>
              </a:rPr>
              <a:t>通知</a:t>
            </a:r>
            <a:endParaRPr lang="zh-CN" altLang="en-US" sz="2800"/>
          </a:p>
          <a:p>
            <a:pPr algn="ctr">
              <a:lnSpc>
                <a:spcPct val="150000"/>
              </a:lnSpc>
            </a:pPr>
            <a:r>
              <a:rPr lang="zh-CN" altLang="en-US" sz="1400" u="sng">
                <a:solidFill>
                  <a:schemeClr val="tx1"/>
                </a:solidFill>
                <a:effectLst/>
                <a:sym typeface="+mn-ea"/>
              </a:rPr>
              <a:t>云端远程通知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44805" y="9486900"/>
            <a:ext cx="6990080" cy="5835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每一项都朝着“</a:t>
            </a:r>
            <a:r>
              <a:rPr lang="zh-CN" altLang="en-US" sz="32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能救人</a:t>
            </a:r>
            <a:r>
              <a:rPr lang="zh-CN" altLang="en-US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”的方向做到</a:t>
            </a:r>
            <a:r>
              <a:rPr lang="zh-CN" altLang="en-US" sz="32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产品级</a:t>
            </a:r>
            <a:r>
              <a:rPr lang="zh-CN" altLang="en-US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组合 115"/>
          <p:cNvGrpSpPr/>
          <p:nvPr/>
        </p:nvGrpSpPr>
        <p:grpSpPr>
          <a:xfrm>
            <a:off x="158115" y="1701800"/>
            <a:ext cx="6950075" cy="8176895"/>
            <a:chOff x="6721621" y="2789832"/>
            <a:chExt cx="8093361" cy="821679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17" name="矩形: 圆角 116"/>
            <p:cNvSpPr/>
            <p:nvPr/>
          </p:nvSpPr>
          <p:spPr>
            <a:xfrm>
              <a:off x="6721621" y="2789832"/>
              <a:ext cx="8093361" cy="8216795"/>
            </a:xfrm>
            <a:prstGeom prst="roundRect">
              <a:avLst>
                <a:gd name="adj" fmla="val 5238"/>
              </a:avLst>
            </a:prstGeom>
            <a:solidFill>
              <a:srgbClr val="E9EDF4"/>
            </a:solidFill>
            <a:ln w="9525" cap="flat" cmpd="sng" algn="ctr">
              <a:noFill/>
              <a:prstDash val="solid"/>
              <a:miter lim="800000"/>
            </a:ln>
            <a:effectLst>
              <a:outerShdw blurRad="381000" dist="228600" dir="2700000" sx="95000" sy="95000" algn="tl" rotWithShape="0">
                <a:prstClr val="black">
                  <a:alpha val="9000"/>
                </a:prstClr>
              </a:outerShdw>
            </a:effectLst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kern="0" dirty="0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8" name="直接连接符 117"/>
            <p:cNvCxnSpPr/>
            <p:nvPr/>
          </p:nvCxnSpPr>
          <p:spPr>
            <a:xfrm flipV="1">
              <a:off x="6808780" y="3415450"/>
              <a:ext cx="7909573" cy="69553"/>
            </a:xfrm>
            <a:prstGeom prst="line">
              <a:avLst/>
            </a:prstGeom>
            <a:ln>
              <a:solidFill>
                <a:srgbClr val="0D2F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文本框 287"/>
            <p:cNvSpPr txBox="1"/>
            <p:nvPr/>
          </p:nvSpPr>
          <p:spPr>
            <a:xfrm>
              <a:off x="6915221" y="2916935"/>
              <a:ext cx="7568194" cy="6483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200" dirty="0">
                  <a:solidFill>
                    <a:srgbClr val="004EA1"/>
                  </a:solidFill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“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端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云峰飞云体" panose="02000500000000000000" pitchFamily="2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边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云峰飞云体" panose="02000500000000000000" pitchFamily="2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云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云峰飞云体" panose="02000500000000000000" pitchFamily="2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3600" dirty="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端</a:t>
              </a:r>
              <a:r>
                <a:rPr lang="zh-CN" altLang="en-US" sz="3200" dirty="0">
                  <a:solidFill>
                    <a:srgbClr val="004EA1"/>
                  </a:solidFill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”</a:t>
              </a:r>
              <a:r>
                <a:rPr lang="en-US" altLang="zh-CN" sz="3200" dirty="0">
                  <a:solidFill>
                    <a:srgbClr val="004EA1"/>
                  </a:solidFill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  </a:t>
              </a:r>
              <a:r>
                <a:rPr lang="zh-CN" altLang="en-US" sz="3200" dirty="0">
                  <a:solidFill>
                    <a:srgbClr val="004EA1"/>
                  </a:solidFill>
                  <a:latin typeface="云峰飞云体" panose="02000500000000000000" pitchFamily="2" charset="-122"/>
                  <a:ea typeface="云峰飞云体" panose="02000500000000000000" pitchFamily="2" charset="-122"/>
                  <a:cs typeface="云峰飞云体" panose="02000500000000000000" pitchFamily="2" charset="-122"/>
                </a:rPr>
                <a:t>一体化协同架构</a:t>
              </a:r>
            </a:p>
          </p:txBody>
        </p:sp>
      </p:grpSp>
      <p:pic>
        <p:nvPicPr>
          <p:cNvPr id="38" name="图形 37" descr="v 形箭头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361280" y="5832962"/>
            <a:ext cx="745026" cy="589145"/>
          </a:xfrm>
          <a:prstGeom prst="rect">
            <a:avLst/>
          </a:prstGeom>
        </p:spPr>
      </p:pic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7800340" y="2240915"/>
            <a:ext cx="5082540" cy="3255010"/>
            <a:chOff x="5593742" y="2598255"/>
            <a:chExt cx="4849200" cy="3450140"/>
          </a:xfrm>
        </p:grpSpPr>
        <p:sp>
          <p:nvSpPr>
            <p:cNvPr id="6" name="矩形 5"/>
            <p:cNvSpPr/>
            <p:nvPr>
              <p:custDataLst>
                <p:tags r:id="rId19"/>
              </p:custDataLst>
            </p:nvPr>
          </p:nvSpPr>
          <p:spPr>
            <a:xfrm>
              <a:off x="5625553" y="2598255"/>
              <a:ext cx="4798882" cy="3450140"/>
            </a:xfrm>
            <a:prstGeom prst="rect">
              <a:avLst/>
            </a:prstGeom>
            <a:noFill/>
            <a:ln>
              <a:solidFill>
                <a:srgbClr val="013D9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20"/>
              </p:custDataLst>
            </p:nvPr>
          </p:nvSpPr>
          <p:spPr>
            <a:xfrm>
              <a:off x="5593742" y="5628937"/>
              <a:ext cx="4849200" cy="419457"/>
            </a:xfrm>
            <a:prstGeom prst="rect">
              <a:avLst/>
            </a:prstGeom>
            <a:solidFill>
              <a:srgbClr val="004E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嵌入式硬件端：产品穿戴效果展示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0" y="342852"/>
            <a:ext cx="18288000" cy="1194043"/>
            <a:chOff x="0" y="342852"/>
            <a:chExt cx="18288000" cy="1194043"/>
          </a:xfrm>
        </p:grpSpPr>
        <p:sp>
          <p:nvSpPr>
            <p:cNvPr id="5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3810000" y="669018"/>
              <a:ext cx="8763165" cy="537373"/>
              <a:chOff x="3810000" y="669018"/>
              <a:chExt cx="8763165" cy="537373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7696035" y="669224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4EA1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核心算法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0845165" y="669018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4EA1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27" name="直接连接符 26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28" name="直接连接符 27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29" name="文本框 28"/>
              <p:cNvSpPr txBox="1"/>
              <p:nvPr/>
            </p:nvSpPr>
            <p:spPr>
              <a:xfrm>
                <a:off x="4572000" y="698560"/>
                <a:ext cx="172800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D2F6E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科研竞赛</a:t>
                </a:r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1" name="文本框 30"/>
            <p:cNvSpPr txBox="1"/>
            <p:nvPr/>
          </p:nvSpPr>
          <p:spPr>
            <a:xfrm>
              <a:off x="1048164" y="66937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4EA1"/>
                  </a:solidFill>
                  <a:effectLst/>
                  <a:uLnTx/>
                  <a:uFillTx/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  <a:endParaRPr kumimoji="0" 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4EA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任意多边形: 形状 63"/>
            <p:cNvSpPr/>
            <p:nvPr/>
          </p:nvSpPr>
          <p:spPr>
            <a:xfrm>
              <a:off x="3885929" y="342852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rgbClr val="4F81BD">
                  <a:alpha val="29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系统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设计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pic>
        <p:nvPicPr>
          <p:cNvPr id="13" name="图片 30" descr="mermaid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4800" y="2411730"/>
            <a:ext cx="6735445" cy="734822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609600" y="2854325"/>
            <a:ext cx="2870835" cy="5835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①</a:t>
            </a:r>
            <a:r>
              <a:rPr lang="zh-CN" altLang="en-US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嵌入式硬件</a:t>
            </a:r>
            <a:r>
              <a:rPr lang="zh-CN" altLang="en-US" sz="320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端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57200" y="4533900"/>
            <a:ext cx="2870835" cy="5835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②</a:t>
            </a:r>
            <a:r>
              <a:rPr lang="zh-CN" altLang="en-US" sz="320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边</a:t>
            </a:r>
            <a:r>
              <a:rPr lang="zh-CN" altLang="en-US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缘计算层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47650" y="5838825"/>
            <a:ext cx="3103245" cy="5835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③OneNET</a:t>
            </a:r>
            <a:r>
              <a:rPr lang="zh-CN" altLang="en-US" sz="320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云</a:t>
            </a:r>
            <a:r>
              <a:rPr lang="zh-CN" altLang="en-US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平台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200400" y="8724900"/>
            <a:ext cx="2870835" cy="5835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④</a:t>
            </a:r>
            <a:r>
              <a:rPr lang="zh-CN" altLang="en-US" sz="2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微信小程序</a:t>
            </a:r>
            <a:r>
              <a:rPr lang="zh-CN" altLang="en-US" sz="320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端</a:t>
            </a:r>
          </a:p>
        </p:txBody>
      </p:sp>
      <p:pic>
        <p:nvPicPr>
          <p:cNvPr id="41" name="图形 37" descr="v 形箭头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89500" y="5371952"/>
            <a:ext cx="745026" cy="58914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896225" y="2306955"/>
            <a:ext cx="4862195" cy="2803525"/>
          </a:xfrm>
          <a:prstGeom prst="rect">
            <a:avLst/>
          </a:prstGeom>
        </p:spPr>
      </p:pic>
      <p:grpSp>
        <p:nvGrpSpPr>
          <p:cNvPr id="50" name="组合 49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13373100" y="5771515"/>
            <a:ext cx="4608830" cy="3112770"/>
            <a:chOff x="11370" y="5930"/>
            <a:chExt cx="6040" cy="4350"/>
          </a:xfrm>
        </p:grpSpPr>
        <p:pic>
          <p:nvPicPr>
            <p:cNvPr id="43" name="图片 42"/>
            <p:cNvPicPr/>
            <p:nvPr>
              <p:custDataLst>
                <p:tags r:id="rId16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11370" y="5930"/>
              <a:ext cx="2020" cy="4340"/>
            </a:xfrm>
            <a:prstGeom prst="rect">
              <a:avLst/>
            </a:prstGeom>
          </p:spPr>
        </p:pic>
        <p:pic>
          <p:nvPicPr>
            <p:cNvPr id="44" name="图片 43"/>
            <p:cNvPicPr/>
            <p:nvPr>
              <p:custDataLst>
                <p:tags r:id="rId17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13390" y="5930"/>
              <a:ext cx="2020" cy="4340"/>
            </a:xfrm>
            <a:prstGeom prst="rect">
              <a:avLst/>
            </a:prstGeom>
          </p:spPr>
        </p:pic>
        <p:pic>
          <p:nvPicPr>
            <p:cNvPr id="49" name="图片 48"/>
            <p:cNvPicPr/>
            <p:nvPr>
              <p:custDataLst>
                <p:tags r:id="rId18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15400" y="5940"/>
              <a:ext cx="2010" cy="4340"/>
            </a:xfrm>
            <a:prstGeom prst="rect">
              <a:avLst/>
            </a:prstGeom>
          </p:spPr>
        </p:pic>
      </p:grpSp>
      <p:pic>
        <p:nvPicPr>
          <p:cNvPr id="51" name="图片 6" descr="IMG_25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1"/>
          <a:srcRect l="506" t="878" r="329" b="1254"/>
          <a:stretch>
            <a:fillRect/>
          </a:stretch>
        </p:blipFill>
        <p:spPr>
          <a:xfrm>
            <a:off x="13210540" y="2313940"/>
            <a:ext cx="4914265" cy="27292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" name="图片 2" descr="IMG_25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933055" y="5753100"/>
            <a:ext cx="4780915" cy="232918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3" name="组合 52"/>
          <p:cNvGrpSpPr/>
          <p:nvPr>
            <p:custDataLst>
              <p:tags r:id="rId6"/>
            </p:custDataLst>
          </p:nvPr>
        </p:nvGrpSpPr>
        <p:grpSpPr>
          <a:xfrm>
            <a:off x="13100685" y="2247900"/>
            <a:ext cx="5082540" cy="3255010"/>
            <a:chOff x="5593742" y="2598255"/>
            <a:chExt cx="4849200" cy="3450140"/>
          </a:xfrm>
        </p:grpSpPr>
        <p:sp>
          <p:nvSpPr>
            <p:cNvPr id="54" name="矩形 53"/>
            <p:cNvSpPr/>
            <p:nvPr>
              <p:custDataLst>
                <p:tags r:id="rId14"/>
              </p:custDataLst>
            </p:nvPr>
          </p:nvSpPr>
          <p:spPr>
            <a:xfrm>
              <a:off x="5625553" y="2598255"/>
              <a:ext cx="4798882" cy="3450140"/>
            </a:xfrm>
            <a:prstGeom prst="rect">
              <a:avLst/>
            </a:prstGeom>
            <a:noFill/>
            <a:ln>
              <a:solidFill>
                <a:srgbClr val="013D9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15"/>
              </p:custDataLst>
            </p:nvPr>
          </p:nvSpPr>
          <p:spPr>
            <a:xfrm>
              <a:off x="5593742" y="5628937"/>
              <a:ext cx="4849200" cy="419457"/>
            </a:xfrm>
            <a:prstGeom prst="rect">
              <a:avLst/>
            </a:prstGeom>
            <a:solidFill>
              <a:srgbClr val="004E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b="1" dirty="0"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边缘计算层：</a:t>
              </a:r>
              <a:r>
                <a:rPr lang="en-US" altLang="zh-CN" b="1" dirty="0"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1D-CNN</a:t>
              </a:r>
              <a:r>
                <a:rPr lang="zh-CN" altLang="en-US" b="1" dirty="0"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深度学习分类模型</a:t>
              </a:r>
            </a:p>
          </p:txBody>
        </p:sp>
      </p:grpSp>
      <p:grpSp>
        <p:nvGrpSpPr>
          <p:cNvPr id="57" name="组合 56"/>
          <p:cNvGrpSpPr/>
          <p:nvPr>
            <p:custDataLst>
              <p:tags r:id="rId7"/>
            </p:custDataLst>
          </p:nvPr>
        </p:nvGrpSpPr>
        <p:grpSpPr>
          <a:xfrm>
            <a:off x="13106400" y="5731510"/>
            <a:ext cx="5082540" cy="3668395"/>
            <a:chOff x="5593742" y="2598255"/>
            <a:chExt cx="4849200" cy="3450140"/>
          </a:xfrm>
        </p:grpSpPr>
        <p:sp>
          <p:nvSpPr>
            <p:cNvPr id="58" name="矩形 57"/>
            <p:cNvSpPr/>
            <p:nvPr>
              <p:custDataLst>
                <p:tags r:id="rId12"/>
              </p:custDataLst>
            </p:nvPr>
          </p:nvSpPr>
          <p:spPr>
            <a:xfrm>
              <a:off x="5625553" y="2598255"/>
              <a:ext cx="4798882" cy="3450140"/>
            </a:xfrm>
            <a:prstGeom prst="rect">
              <a:avLst/>
            </a:prstGeom>
            <a:noFill/>
            <a:ln>
              <a:solidFill>
                <a:srgbClr val="013D9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9" name="矩形 58"/>
            <p:cNvSpPr/>
            <p:nvPr>
              <p:custDataLst>
                <p:tags r:id="rId13"/>
              </p:custDataLst>
            </p:nvPr>
          </p:nvSpPr>
          <p:spPr>
            <a:xfrm>
              <a:off x="5593742" y="5628937"/>
              <a:ext cx="4849200" cy="419457"/>
            </a:xfrm>
            <a:prstGeom prst="rect">
              <a:avLst/>
            </a:prstGeom>
            <a:solidFill>
              <a:srgbClr val="004E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微信小程序端：心境</a:t>
              </a:r>
              <a:r>
                <a:rPr lang="en-US" altLang="zh-CN" b="1" dirty="0"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Pro UI</a:t>
              </a:r>
              <a:r>
                <a:rPr lang="zh-CN" altLang="en-US" b="1" dirty="0"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界面展示</a:t>
              </a:r>
            </a:p>
          </p:txBody>
        </p:sp>
      </p:grpSp>
      <p:grpSp>
        <p:nvGrpSpPr>
          <p:cNvPr id="62" name="组合 61"/>
          <p:cNvGrpSpPr/>
          <p:nvPr>
            <p:custDataLst>
              <p:tags r:id="rId8"/>
            </p:custDataLst>
          </p:nvPr>
        </p:nvGrpSpPr>
        <p:grpSpPr>
          <a:xfrm>
            <a:off x="7797800" y="5737860"/>
            <a:ext cx="5082540" cy="3660775"/>
            <a:chOff x="5593742" y="2598255"/>
            <a:chExt cx="4849200" cy="3450140"/>
          </a:xfrm>
        </p:grpSpPr>
        <p:sp>
          <p:nvSpPr>
            <p:cNvPr id="63" name="矩形 62"/>
            <p:cNvSpPr/>
            <p:nvPr>
              <p:custDataLst>
                <p:tags r:id="rId10"/>
              </p:custDataLst>
            </p:nvPr>
          </p:nvSpPr>
          <p:spPr>
            <a:xfrm>
              <a:off x="5625553" y="2598255"/>
              <a:ext cx="4798882" cy="3450140"/>
            </a:xfrm>
            <a:prstGeom prst="rect">
              <a:avLst/>
            </a:prstGeom>
            <a:noFill/>
            <a:ln>
              <a:solidFill>
                <a:srgbClr val="013D9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64" name="矩形 63"/>
            <p:cNvSpPr/>
            <p:nvPr>
              <p:custDataLst>
                <p:tags r:id="rId11"/>
              </p:custDataLst>
            </p:nvPr>
          </p:nvSpPr>
          <p:spPr>
            <a:xfrm>
              <a:off x="5593742" y="5628937"/>
              <a:ext cx="4849200" cy="419457"/>
            </a:xfrm>
            <a:prstGeom prst="rect">
              <a:avLst/>
            </a:prstGeom>
            <a:solidFill>
              <a:srgbClr val="004E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OneNET</a:t>
              </a:r>
              <a:r>
                <a:rPr lang="zh-CN" altLang="en-US" b="1" dirty="0"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云平台：产品定义与通信架构</a:t>
              </a:r>
            </a:p>
          </p:txBody>
        </p:sp>
      </p:grpSp>
      <p:pic>
        <p:nvPicPr>
          <p:cNvPr id="66" name="图片 13" descr="mermaid-20260425_14490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3"/>
          <a:srcRect l="3375" r="3492"/>
          <a:stretch>
            <a:fillRect/>
          </a:stretch>
        </p:blipFill>
        <p:spPr>
          <a:xfrm>
            <a:off x="7853045" y="8082915"/>
            <a:ext cx="4916805" cy="871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表格 49"/>
          <p:cNvGraphicFramePr/>
          <p:nvPr>
            <p:custDataLst>
              <p:tags r:id="rId1"/>
            </p:custDataLst>
          </p:nvPr>
        </p:nvGraphicFramePr>
        <p:xfrm>
          <a:off x="609600" y="2247900"/>
          <a:ext cx="14721840" cy="77901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29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8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8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第一代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第二代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第三代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第四代</a:t>
                      </a:r>
                      <a:r>
                        <a:rPr lang="en-US" altLang="zh-CN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（最终版）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穿戴方式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背带式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臂带式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腕带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指戴式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（子母板）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="1" dirty="0">
                          <a:solidFill>
                            <a:srgbClr val="FF3B6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肌贴式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尺寸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10cm×10cm×1.2mm</a:t>
                      </a:r>
                    </a:p>
                    <a:p>
                      <a:pPr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7cm×6cm×1.2mm</a:t>
                      </a:r>
                    </a:p>
                    <a:p>
                      <a:pPr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"/>
                        </a:lnSpc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母板：5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cm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×5cm×1mm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20000"/>
                        </a:lnSpc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20000"/>
                        </a:lnSpc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20000"/>
                        </a:lnSpc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20000"/>
                        </a:lnSpc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20000"/>
                        </a:lnSpc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20000"/>
                        </a:lnSpc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子板：4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cm×3cm×1mm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20000"/>
                        </a:lnSpc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400" b="1" dirty="0">
                          <a:solidFill>
                            <a:srgbClr val="FF3B6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41.7mm×32.8mm×0.2mm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重量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112g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52g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kern="1200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50g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 dirty="0">
                          <a:solidFill>
                            <a:srgbClr val="FF3B6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20g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17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穿戴方式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b="1" kern="1200" dirty="0"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800" b="1" dirty="0">
                        <a:solidFill>
                          <a:srgbClr val="FF3B6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53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评价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体积大、精度低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重量和佩戴稳定性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不理想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kern="1200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精度提升但</a:t>
                      </a:r>
                      <a:r>
                        <a:rPr lang="en-US" altLang="zh-CN" sz="2400" b="1" kern="1200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I2C</a:t>
                      </a:r>
                      <a:r>
                        <a:rPr lang="zh-CN" altLang="en-US" sz="2400" b="1" kern="1200" dirty="0"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通信不稳定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面积较第一代缩减约</a:t>
                      </a:r>
                      <a:r>
                        <a:rPr lang="zh-CN" altLang="en-US" sz="2800" b="1" dirty="0">
                          <a:solidFill>
                            <a:srgbClr val="FF3B6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85%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0" y="342852"/>
            <a:ext cx="18288000" cy="1194043"/>
            <a:chOff x="0" y="342852"/>
            <a:chExt cx="18288000" cy="1194043"/>
          </a:xfrm>
        </p:grpSpPr>
        <p:sp>
          <p:nvSpPr>
            <p:cNvPr id="5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3810000" y="669018"/>
              <a:ext cx="8763165" cy="537373"/>
              <a:chOff x="3810000" y="669018"/>
              <a:chExt cx="8763165" cy="537373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7696035" y="669224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4EA1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核心算法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0845165" y="669018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4EA1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27" name="直接连接符 26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28" name="直接连接符 27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29" name="文本框 28"/>
              <p:cNvSpPr txBox="1"/>
              <p:nvPr/>
            </p:nvSpPr>
            <p:spPr>
              <a:xfrm>
                <a:off x="4572000" y="698560"/>
                <a:ext cx="172800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D2F6E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科研竞赛</a:t>
                </a:r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1" name="文本框 30"/>
            <p:cNvSpPr txBox="1"/>
            <p:nvPr/>
          </p:nvSpPr>
          <p:spPr>
            <a:xfrm>
              <a:off x="1048164" y="66937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4EA1"/>
                  </a:solidFill>
                  <a:effectLst/>
                  <a:uLnTx/>
                  <a:uFillTx/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  <a:endParaRPr kumimoji="0" 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4EA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任意多边形: 形状 63"/>
            <p:cNvSpPr/>
            <p:nvPr/>
          </p:nvSpPr>
          <p:spPr>
            <a:xfrm>
              <a:off x="3885929" y="342852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rgbClr val="4F81BD">
                  <a:alpha val="29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系统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设计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5845" y="5189855"/>
            <a:ext cx="2954020" cy="398208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105" y="5189220"/>
            <a:ext cx="3042920" cy="3983355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7710" y="5189220"/>
            <a:ext cx="3063875" cy="398335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9050" y="5189855"/>
            <a:ext cx="3853180" cy="399542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609600" y="1571625"/>
            <a:ext cx="1430655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zh-CN" altLang="en-US" sz="3600"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硬件经历了</a:t>
            </a:r>
            <a:r>
              <a:rPr lang="en-US" altLang="zh-CN" sz="40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4</a:t>
            </a:r>
            <a:r>
              <a:rPr lang="zh-CN" altLang="en-US" sz="3600"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代迭代，累计设计</a:t>
            </a:r>
            <a:r>
              <a:rPr lang="en-US" altLang="zh-CN" sz="40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8</a:t>
            </a:r>
            <a:r>
              <a:rPr lang="zh-CN" altLang="en-US" sz="3600"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块电路板、打样</a:t>
            </a:r>
            <a:r>
              <a:rPr lang="en-US" altLang="zh-CN" sz="40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120</a:t>
            </a:r>
            <a:r>
              <a:rPr lang="zh-CN" altLang="en-US" sz="3600"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块。</a:t>
            </a:r>
          </a:p>
        </p:txBody>
      </p:sp>
      <p:pic>
        <p:nvPicPr>
          <p:cNvPr id="54" name="图片 53"/>
          <p:cNvPicPr/>
          <p:nvPr/>
        </p:nvPicPr>
        <p:blipFill>
          <a:blip r:embed="rId9"/>
          <a:srcRect l="11000" t="29000" r="24500" b="20000"/>
          <a:stretch>
            <a:fillRect/>
          </a:stretch>
        </p:blipFill>
        <p:spPr>
          <a:xfrm>
            <a:off x="15392400" y="2933700"/>
            <a:ext cx="2884170" cy="2235200"/>
          </a:xfrm>
          <a:prstGeom prst="rect">
            <a:avLst/>
          </a:prstGeom>
        </p:spPr>
      </p:pic>
      <p:cxnSp>
        <p:nvCxnSpPr>
          <p:cNvPr id="55" name="直接箭头连接符 54"/>
          <p:cNvCxnSpPr/>
          <p:nvPr/>
        </p:nvCxnSpPr>
        <p:spPr>
          <a:xfrm flipV="1">
            <a:off x="13366750" y="5143500"/>
            <a:ext cx="3244850" cy="2794000"/>
          </a:xfrm>
          <a:prstGeom prst="straightConnector1">
            <a:avLst/>
          </a:prstGeom>
          <a:ln>
            <a:solidFill>
              <a:srgbClr val="FF3B6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5492095" y="5266055"/>
            <a:ext cx="2870835" cy="212280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32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缺陷：</a:t>
            </a:r>
            <a:r>
              <a:rPr lang="en-US" altLang="zh-CN" sz="32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 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32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电池容量</a:t>
            </a:r>
          </a:p>
          <a:p>
            <a:pPr indent="0" algn="ctr" fontAlgn="auto">
              <a:lnSpc>
                <a:spcPct val="100000"/>
              </a:lnSpc>
            </a:pPr>
            <a:r>
              <a:rPr lang="zh-CN" altLang="en-US" sz="32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被压缩至</a:t>
            </a:r>
            <a:r>
              <a:rPr lang="zh-CN" altLang="en-US" sz="36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450</a:t>
            </a:r>
            <a:r>
              <a:rPr lang="en-US" altLang="zh-CN" sz="36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mAh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圆角矩形 78"/>
          <p:cNvSpPr/>
          <p:nvPr/>
        </p:nvSpPr>
        <p:spPr>
          <a:xfrm>
            <a:off x="12317730" y="1528445"/>
            <a:ext cx="5781040" cy="6986270"/>
          </a:xfrm>
          <a:prstGeom prst="roundRect">
            <a:avLst/>
          </a:prstGeom>
          <a:solidFill>
            <a:schemeClr val="bg1"/>
          </a:solidFill>
          <a:ln w="127000" cmpd="dbl">
            <a:solidFill>
              <a:srgbClr val="ECEC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3" descr="mermaid-20260501_1326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2146300"/>
            <a:ext cx="5527040" cy="5755640"/>
          </a:xfrm>
          <a:prstGeom prst="round2Same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0" y="342852"/>
            <a:ext cx="18288000" cy="1194043"/>
            <a:chOff x="0" y="342852"/>
            <a:chExt cx="18288000" cy="1194043"/>
          </a:xfrm>
        </p:grpSpPr>
        <p:sp>
          <p:nvSpPr>
            <p:cNvPr id="5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3810000" y="669018"/>
              <a:ext cx="8763165" cy="537373"/>
              <a:chOff x="3810000" y="669018"/>
              <a:chExt cx="8763165" cy="537373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7696035" y="669224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4EA1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核心算法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0845165" y="669018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4EA1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27" name="直接连接符 26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28" name="直接连接符 27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29" name="文本框 28"/>
              <p:cNvSpPr txBox="1"/>
              <p:nvPr/>
            </p:nvSpPr>
            <p:spPr>
              <a:xfrm>
                <a:off x="4572000" y="698560"/>
                <a:ext cx="172800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D2F6E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科研竞赛</a:t>
                </a:r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1" name="文本框 30"/>
            <p:cNvSpPr txBox="1"/>
            <p:nvPr/>
          </p:nvSpPr>
          <p:spPr>
            <a:xfrm>
              <a:off x="1048164" y="66937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4EA1"/>
                  </a:solidFill>
                  <a:effectLst/>
                  <a:uLnTx/>
                  <a:uFillTx/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  <a:endParaRPr kumimoji="0" 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4EA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任意多边形: 形状 63"/>
            <p:cNvSpPr/>
            <p:nvPr/>
          </p:nvSpPr>
          <p:spPr>
            <a:xfrm>
              <a:off x="3885929" y="342852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rgbClr val="4F81BD">
                  <a:alpha val="29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系统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设计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28600" y="1409700"/>
            <a:ext cx="18066164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系统设计</a:t>
            </a:r>
            <a:r>
              <a:rPr lang="zh-CN" altLang="en-US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FreeRTOS </a:t>
            </a:r>
            <a:r>
              <a:rPr lang="zh-CN" altLang="en-US" sz="2800" b="1" dirty="0">
                <a:solidFill>
                  <a:schemeClr val="tx1"/>
                </a:solidFill>
                <a:latin typeface="三极行楷简体-粗" panose="00000500000000000000" charset="-122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双核架构与三级功耗管理</a:t>
            </a:r>
            <a:endParaRPr lang="en-US" altLang="zh-C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2649200" y="1610678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266700"/>
            <a:r>
              <a:rPr lang="zh-CN" altLang="en-US" sz="32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</a:rPr>
              <a:t>三级低功耗电源管理机制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2649200" y="7886383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266700"/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85mA → 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22mA → 1.8mA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00330" y="7581900"/>
            <a:ext cx="11953875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66700"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① 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基于</a:t>
            </a:r>
            <a:r>
              <a:rPr lang="en-US" altLang="zh-CN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FreeRTOS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构建</a:t>
            </a:r>
            <a:r>
              <a:rPr lang="zh-CN" altLang="en-US" sz="28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双核并发架构</a:t>
            </a:r>
            <a:endParaRPr lang="zh-CN" altLang="en-US" sz="2800">
              <a:solidFill>
                <a:schemeClr val="tx1"/>
              </a:solidFill>
              <a:effectLst/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l" defTabSz="266700"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②  </a:t>
            </a:r>
            <a:r>
              <a:rPr lang="en-US" altLang="zh-CN" sz="28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Core 0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承担计算密集型任务，运行</a:t>
            </a:r>
            <a:r>
              <a:rPr lang="en-US" altLang="zh-CN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PPG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采集与</a:t>
            </a:r>
            <a:r>
              <a:rPr lang="en-US" altLang="zh-CN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AI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实时推理</a:t>
            </a:r>
          </a:p>
          <a:p>
            <a:pPr algn="l" defTabSz="266700"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③  </a:t>
            </a:r>
            <a:r>
              <a:rPr lang="en-US" altLang="zh-CN" sz="28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Core 1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负责通信、显示等人机交互任务</a:t>
            </a:r>
          </a:p>
          <a:p>
            <a:pPr algn="l" defTabSz="266700"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④ 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任务按</a:t>
            </a:r>
            <a:r>
              <a:rPr lang="zh-CN" altLang="en-US" sz="28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8级优先级调度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，其中</a:t>
            </a:r>
            <a:r>
              <a:rPr lang="en-US" altLang="zh-CN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SOS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报警设为最高优先级</a:t>
            </a:r>
            <a:endParaRPr lang="en-US" altLang="zh-CN" sz="2800">
              <a:solidFill>
                <a:schemeClr val="tx1"/>
              </a:solidFill>
              <a:effectLst/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43" name="直接连接符 42"/>
          <p:cNvCxnSpPr/>
          <p:nvPr/>
        </p:nvCxnSpPr>
        <p:spPr>
          <a:xfrm flipH="1">
            <a:off x="12115800" y="1714500"/>
            <a:ext cx="76200" cy="8305800"/>
          </a:xfrm>
          <a:prstGeom prst="line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12143740" y="8623935"/>
            <a:ext cx="6167755" cy="1376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667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I=85×10%+22×20%+1.8×70%=14.16 mA</a:t>
            </a:r>
          </a:p>
          <a:p>
            <a:pPr algn="l" defTabSz="2667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理论续航时长：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T=450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÷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14.16 ≈ 31.8 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小时</a:t>
            </a:r>
          </a:p>
          <a:p>
            <a:pPr algn="l" defTabSz="2667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实测续航时长：</a:t>
            </a:r>
            <a:r>
              <a:rPr lang="zh-CN" altLang="en-US" sz="28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＞</a:t>
            </a:r>
            <a:r>
              <a:rPr lang="en-US" altLang="zh-CN" sz="28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26h</a:t>
            </a:r>
          </a:p>
        </p:txBody>
      </p:sp>
      <p:pic>
        <p:nvPicPr>
          <p:cNvPr id="63" name="图片 63" descr="未命名绘图.drawio (3)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85" y="2400300"/>
            <a:ext cx="12021820" cy="5090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342852"/>
            <a:ext cx="18288000" cy="1194043"/>
            <a:chOff x="0" y="342852"/>
            <a:chExt cx="18288000" cy="1194043"/>
          </a:xfrm>
        </p:grpSpPr>
        <p:sp>
          <p:nvSpPr>
            <p:cNvPr id="5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3810000" y="669018"/>
              <a:ext cx="8763165" cy="537373"/>
              <a:chOff x="3810000" y="669018"/>
              <a:chExt cx="8763165" cy="537373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7696035" y="669224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4EA1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核心算法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0845165" y="669018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4EA1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27" name="直接连接符 26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28" name="直接连接符 27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29" name="文本框 28"/>
              <p:cNvSpPr txBox="1"/>
              <p:nvPr/>
            </p:nvSpPr>
            <p:spPr>
              <a:xfrm>
                <a:off x="4572000" y="698560"/>
                <a:ext cx="1728000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7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D2F6E"/>
                    </a:solidFill>
                    <a:effectLst/>
                    <a:uLnTx/>
                    <a:uFillTx/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科研竞赛</a:t>
                </a:r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31" name="文本框 30"/>
            <p:cNvSpPr txBox="1"/>
            <p:nvPr/>
          </p:nvSpPr>
          <p:spPr>
            <a:xfrm>
              <a:off x="1048164" y="66937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371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4EA1"/>
                  </a:solidFill>
                  <a:effectLst/>
                  <a:uLnTx/>
                  <a:uFillTx/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  <a:endParaRPr kumimoji="0" 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4EA1"/>
                </a:solidFill>
                <a:effectLst/>
                <a:uLnTx/>
                <a:uFillTx/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任意多边形: 形状 63"/>
            <p:cNvSpPr/>
            <p:nvPr/>
          </p:nvSpPr>
          <p:spPr>
            <a:xfrm>
              <a:off x="3885929" y="342852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rgbClr val="4F81BD">
                  <a:alpha val="29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系统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设计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28600" y="1409700"/>
            <a:ext cx="18066164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系统设计</a:t>
            </a:r>
            <a:r>
              <a:rPr lang="zh-CN" altLang="en-US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MQTT</a:t>
            </a:r>
            <a:r>
              <a:rPr lang="zh-CN" altLang="en-US" sz="2800" b="1" dirty="0">
                <a:solidFill>
                  <a:schemeClr val="tx1"/>
                </a:solidFill>
                <a:latin typeface="三极行楷简体-粗" panose="00000500000000000000" charset="-122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云通信与微信小程序端</a:t>
            </a:r>
            <a:endParaRPr lang="en-US" altLang="zh-C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53035" y="4457383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defTabSz="266700"/>
            <a:r>
              <a:rPr lang="en-US" altLang="zh-CN" sz="28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OneNET</a:t>
            </a:r>
            <a:r>
              <a:rPr lang="zh-CN" altLang="en-US" sz="28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</a:rPr>
              <a:t>云平台产品定义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11201400" y="1638300"/>
            <a:ext cx="0" cy="8382000"/>
          </a:xfrm>
          <a:prstGeom prst="line">
            <a:avLst/>
          </a:prstGeom>
          <a:ln w="28575" cmpd="dbl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2" descr="IMG_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5" y="4980305"/>
            <a:ext cx="11015980" cy="5202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30200" y="2181543"/>
            <a:ext cx="5080000" cy="52197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defTabSz="266700"/>
            <a:r>
              <a:rPr lang="zh-CN" altLang="en-US" sz="28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系统</a:t>
            </a:r>
            <a:r>
              <a:rPr lang="en-US" altLang="zh-CN" sz="28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OneNET</a:t>
            </a:r>
            <a:r>
              <a:rPr lang="zh-CN" altLang="en-US" sz="28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</a:rPr>
              <a:t>通信架构图</a:t>
            </a:r>
          </a:p>
        </p:txBody>
      </p:sp>
      <p:pic>
        <p:nvPicPr>
          <p:cNvPr id="6" name="图片 5" descr="微信小程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0" y="1714500"/>
            <a:ext cx="3507105" cy="7550150"/>
          </a:xfrm>
          <a:prstGeom prst="rect">
            <a:avLst/>
          </a:prstGeom>
        </p:spPr>
      </p:pic>
      <p:pic>
        <p:nvPicPr>
          <p:cNvPr id="7" name="图片 6" descr="微信小程序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6600" y="1714500"/>
            <a:ext cx="3507105" cy="75501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277600" y="9410700"/>
            <a:ext cx="701040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/>
            <a:r>
              <a:rPr lang="zh-CN" sz="32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微信小程序端：</a:t>
            </a:r>
            <a:r>
              <a:rPr lang="en-US" altLang="zh-CN" sz="32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UI</a:t>
            </a:r>
            <a:r>
              <a:rPr lang="zh-CN" altLang="en-US" sz="32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及</a:t>
            </a:r>
            <a:r>
              <a:rPr lang="zh-CN" sz="32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功能展示</a:t>
            </a:r>
            <a:endParaRPr lang="zh-CN" altLang="zh-CN" sz="320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6" name="图片 66" descr="未命名绘图.drawio (4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2628900"/>
            <a:ext cx="7908925" cy="1894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75" descr="图片6-2ximg-2X (2)"/>
          <p:cNvPicPr/>
          <p:nvPr/>
        </p:nvPicPr>
        <p:blipFill>
          <a:blip r:embed="rId3"/>
          <a:stretch>
            <a:fillRect/>
          </a:stretch>
        </p:blipFill>
        <p:spPr>
          <a:xfrm>
            <a:off x="2590800" y="1991995"/>
            <a:ext cx="6793200" cy="827640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0" y="340516"/>
            <a:ext cx="18288000" cy="1194043"/>
            <a:chOff x="0" y="340516"/>
            <a:chExt cx="18288000" cy="1194043"/>
          </a:xfrm>
        </p:grpSpPr>
        <p:sp>
          <p:nvSpPr>
            <p:cNvPr id="9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/>
              <a:endParaRPr lang="zh-CN" altLang="en-US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810000" y="647428"/>
              <a:ext cx="8662200" cy="522302"/>
              <a:chOff x="3810000" y="647428"/>
              <a:chExt cx="8662200" cy="522302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10744200" y="647428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4" name="直接连接符 13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6" name="文本框 15"/>
              <p:cNvSpPr txBox="1"/>
              <p:nvPr/>
            </p:nvSpPr>
            <p:spPr>
              <a:xfrm>
                <a:off x="4572000" y="647760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系统设计</a:t>
                </a: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8" name="任意多边形: 形状 8"/>
            <p:cNvSpPr/>
            <p:nvPr/>
          </p:nvSpPr>
          <p:spPr>
            <a:xfrm>
              <a:off x="7086600" y="340516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chemeClr val="accent1">
                  <a:alpha val="29000"/>
                </a:scheme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核心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算法</a:t>
              </a:r>
              <a:endParaRPr lang="zh-CN" altLang="en-US" sz="4400" b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48164" y="64778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zh-CN" altLang="en-US" sz="2800" b="1" dirty="0">
                  <a:solidFill>
                    <a:srgbClr val="004EA1"/>
                  </a:solidFill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pic>
        <p:nvPicPr>
          <p:cNvPr id="22" name="图片 22" descr="mermaid-20260426_144247"/>
          <p:cNvPicPr>
            <a:picLocks noChangeAspect="1"/>
          </p:cNvPicPr>
          <p:nvPr/>
        </p:nvPicPr>
        <p:blipFill>
          <a:blip r:embed="rId5"/>
          <a:srcRect t="2516" b="27184"/>
          <a:stretch>
            <a:fillRect/>
          </a:stretch>
        </p:blipFill>
        <p:spPr>
          <a:xfrm>
            <a:off x="12065" y="2396490"/>
            <a:ext cx="2687955" cy="74695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52400" y="1409700"/>
            <a:ext cx="18066164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4EA1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PPG </a:t>
            </a:r>
            <a:r>
              <a:rPr lang="zh-CN" altLang="en-US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信号计算心率血氧</a:t>
            </a:r>
            <a:r>
              <a:rPr lang="zh-CN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算法</a:t>
            </a:r>
            <a:r>
              <a:rPr lang="zh-CN" altLang="en-US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Maxim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信号处理与卡尔曼滤波优化</a:t>
            </a:r>
            <a:endParaRPr lang="zh-CN" altLang="en-US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448800" y="2171700"/>
            <a:ext cx="8700770" cy="2011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心率：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 HR=60000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÷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TRR</a:t>
            </a: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TRR</a:t>
            </a:r>
            <a:r>
              <a:rPr lang="zh-CN" altLang="en-US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为连续5个脉搏峰值的平均时间间隔）</a:t>
            </a: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血氧：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R=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AC</a:t>
            </a:r>
            <a:r>
              <a:rPr lang="en-US" altLang="zh-CN" sz="2800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Red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/DC</a:t>
            </a:r>
            <a:r>
              <a:rPr lang="en-US" altLang="zh-CN" sz="2800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Red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）÷（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AC</a:t>
            </a:r>
            <a:r>
              <a:rPr lang="en-US" altLang="zh-CN" sz="2800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IR</a:t>
            </a:r>
            <a:r>
              <a:rPr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/DC</a:t>
            </a:r>
            <a:r>
              <a:rPr lang="en-US" altLang="zh-CN" sz="2800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IR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）</a:t>
            </a: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  <a:sym typeface="+mn-ea"/>
              </a:rPr>
              <a:t>（基于朗伯-比尔定律）</a:t>
            </a:r>
          </a:p>
        </p:txBody>
      </p:sp>
      <p:pic>
        <p:nvPicPr>
          <p:cNvPr id="3" name="图片 2"/>
          <p:cNvPicPr/>
          <p:nvPr/>
        </p:nvPicPr>
        <p:blipFill>
          <a:blip r:embed="rId6"/>
          <a:stretch>
            <a:fillRect/>
          </a:stretch>
        </p:blipFill>
        <p:spPr>
          <a:xfrm>
            <a:off x="11505883" y="8209915"/>
            <a:ext cx="5381625" cy="2057400"/>
          </a:xfrm>
          <a:prstGeom prst="rect">
            <a:avLst/>
          </a:prstGeom>
        </p:spPr>
      </p:pic>
      <p:pic>
        <p:nvPicPr>
          <p:cNvPr id="24" name="图片 2" descr="IMG_256"/>
          <p:cNvPicPr>
            <a:picLocks noChangeAspect="1"/>
          </p:cNvPicPr>
          <p:nvPr/>
        </p:nvPicPr>
        <p:blipFill>
          <a:blip r:embed="rId7"/>
          <a:srcRect t="14334" r="1605" b="799"/>
          <a:stretch>
            <a:fillRect/>
          </a:stretch>
        </p:blipFill>
        <p:spPr>
          <a:xfrm>
            <a:off x="9677400" y="4182745"/>
            <a:ext cx="7493635" cy="4067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9575165" y="4143375"/>
            <a:ext cx="8560435" cy="6143625"/>
          </a:xfrm>
          <a:prstGeom prst="rect">
            <a:avLst/>
          </a:prstGeom>
          <a:noFill/>
          <a:ln w="63500" cmpd="dbl">
            <a:solidFill>
              <a:srgbClr val="004EA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677400" y="8115300"/>
            <a:ext cx="19862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66700"/>
            <a:r>
              <a:rPr lang="zh-CN" sz="24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卡尔曼滤波：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766290" y="4305300"/>
            <a:ext cx="2404110" cy="636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effectLst/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  <a:t>心率精度：</a:t>
            </a:r>
            <a:r>
              <a:rPr lang="en-US" altLang="zh-CN" b="1">
                <a:effectLst/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  <a:t>±5 bpm</a:t>
            </a:r>
            <a:br>
              <a:rPr lang="zh-CN" altLang="en-US" b="1">
                <a:effectLst/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</a:br>
            <a:r>
              <a:rPr lang="zh-CN" altLang="en-US" b="1">
                <a:effectLst/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  <a:t>血氧精度：</a:t>
            </a:r>
            <a:r>
              <a:rPr lang="en-US" altLang="zh-CN" b="1">
                <a:effectLst/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  <a:t>±3 %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992600" y="4318000"/>
            <a:ext cx="1045210" cy="636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  <a:t>±2 bpm</a:t>
            </a:r>
            <a:b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</a:b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思源宋体 CN SemiBold" panose="02020600000000000000" charset="-122"/>
                <a:cs typeface="Times New Roman" panose="02020603050405020304" pitchFamily="18" charset="0"/>
              </a:rPr>
              <a:t>±1.5 %</a:t>
            </a:r>
          </a:p>
        </p:txBody>
      </p:sp>
      <p:sp>
        <p:nvSpPr>
          <p:cNvPr id="15" name="燕尾形箭头 14"/>
          <p:cNvSpPr/>
          <p:nvPr/>
        </p:nvSpPr>
        <p:spPr>
          <a:xfrm>
            <a:off x="16881475" y="4564380"/>
            <a:ext cx="187325" cy="198120"/>
          </a:xfrm>
          <a:prstGeom prst="notchedRightArrow">
            <a:avLst>
              <a:gd name="adj1" fmla="val 50000"/>
              <a:gd name="adj2" fmla="val 49830"/>
            </a:avLst>
          </a:prstGeom>
          <a:noFill/>
          <a:ln w="38100" cmpd="sng">
            <a:solidFill>
              <a:srgbClr val="004EA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340516"/>
            <a:ext cx="18288000" cy="1194043"/>
            <a:chOff x="0" y="340516"/>
            <a:chExt cx="18288000" cy="1194043"/>
          </a:xfrm>
        </p:grpSpPr>
        <p:sp>
          <p:nvSpPr>
            <p:cNvPr id="9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/>
              <a:endParaRPr lang="zh-CN" altLang="en-US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810000" y="647428"/>
              <a:ext cx="8662200" cy="522302"/>
              <a:chOff x="3810000" y="647428"/>
              <a:chExt cx="8662200" cy="522302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10744200" y="647428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4" name="直接连接符 13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6" name="文本框 15"/>
              <p:cNvSpPr txBox="1"/>
              <p:nvPr/>
            </p:nvSpPr>
            <p:spPr>
              <a:xfrm>
                <a:off x="4572000" y="647760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系统设计</a:t>
                </a: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8" name="任意多边形: 形状 8"/>
            <p:cNvSpPr/>
            <p:nvPr/>
          </p:nvSpPr>
          <p:spPr>
            <a:xfrm>
              <a:off x="7086600" y="340516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chemeClr val="accent1">
                  <a:alpha val="29000"/>
                </a:scheme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核心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算法</a:t>
              </a:r>
              <a:endParaRPr lang="zh-CN" altLang="en-US" sz="4400" b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48164" y="64778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zh-CN" altLang="en-US" sz="2800" b="1" dirty="0">
                  <a:solidFill>
                    <a:srgbClr val="004EA1"/>
                  </a:solidFill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52400" y="1409700"/>
            <a:ext cx="18066164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心律失常检测深度学习算法：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MIT-BIH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数据集预处理与双维度标签体系</a:t>
            </a:r>
            <a:endParaRPr lang="zh-CN" altLang="en-US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250045" y="2771775"/>
            <a:ext cx="8892540" cy="4904740"/>
          </a:xfrm>
          <a:prstGeom prst="rect">
            <a:avLst/>
          </a:prstGeom>
          <a:noFill/>
          <a:ln w="63500" cmpd="dbl">
            <a:solidFill>
              <a:srgbClr val="004EA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2400" y="8953500"/>
            <a:ext cx="15906115" cy="11480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数据集预处理步骤</a:t>
            </a:r>
            <a:r>
              <a:rPr lang="zh-CN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：</a:t>
            </a: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①</a:t>
            </a:r>
            <a:r>
              <a:rPr lang="zh-CN" altLang="en-US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采样率适配</a:t>
            </a:r>
            <a:r>
              <a:rPr lang="en-US" altLang="zh-CN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→②</a:t>
            </a:r>
            <a:r>
              <a:rPr lang="zh-CN" altLang="en-US" sz="2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窗口分割</a:t>
            </a:r>
            <a:r>
              <a:rPr lang="en-US" altLang="zh-CN" sz="2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→</a:t>
            </a:r>
            <a:r>
              <a:rPr lang="en-US" altLang="zh-CN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③</a:t>
            </a:r>
            <a:r>
              <a:rPr lang="zh-CN" altLang="en-US" sz="2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信号类型转换</a:t>
            </a:r>
            <a:r>
              <a:rPr lang="en-US" altLang="zh-CN" sz="2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→</a:t>
            </a:r>
            <a:r>
              <a:rPr lang="en-US" altLang="zh-CN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④</a:t>
            </a:r>
            <a:r>
              <a:rPr lang="zh-CN" altLang="en-US" sz="2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双维度标签映射</a:t>
            </a:r>
            <a:r>
              <a:rPr lang="en-US" altLang="zh-CN" sz="2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→</a:t>
            </a:r>
            <a:r>
              <a:rPr lang="en-US" altLang="zh-CN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⑤</a:t>
            </a:r>
            <a:r>
              <a:rPr lang="zh-CN" altLang="en-US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归一化</a:t>
            </a:r>
          </a:p>
        </p:txBody>
      </p:sp>
      <p:grpSp>
        <p:nvGrpSpPr>
          <p:cNvPr id="26" name="组合 25"/>
          <p:cNvGrpSpPr>
            <a:grpSpLocks noChangeAspect="1"/>
          </p:cNvGrpSpPr>
          <p:nvPr/>
        </p:nvGrpSpPr>
        <p:grpSpPr>
          <a:xfrm>
            <a:off x="304800" y="2781300"/>
            <a:ext cx="8809355" cy="6197600"/>
            <a:chOff x="4425" y="1200"/>
            <a:chExt cx="19950" cy="1356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5" y="1200"/>
              <a:ext cx="19950" cy="135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425" y="2220"/>
              <a:ext cx="7739" cy="2293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6"/>
            <a:srcRect t="25912" b="12774"/>
            <a:stretch>
              <a:fillRect/>
            </a:stretch>
          </p:blipFill>
          <p:spPr>
            <a:xfrm>
              <a:off x="13200" y="2460"/>
              <a:ext cx="4353" cy="2223"/>
            </a:xfrm>
            <a:prstGeom prst="rect">
              <a:avLst/>
            </a:prstGeom>
          </p:spPr>
        </p:pic>
      </p:grpSp>
      <p:sp>
        <p:nvSpPr>
          <p:cNvPr id="39" name="文本框 38"/>
          <p:cNvSpPr txBox="1"/>
          <p:nvPr/>
        </p:nvSpPr>
        <p:spPr>
          <a:xfrm>
            <a:off x="304800" y="2101215"/>
            <a:ext cx="862266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66700"/>
            <a:r>
              <a:rPr lang="zh-CN" altLang="en-US" sz="28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</a:rPr>
              <a:t>数据集选用</a:t>
            </a:r>
            <a:r>
              <a:rPr lang="en-US" altLang="zh-CN" sz="3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MIT-BIH</a:t>
            </a:r>
            <a:r>
              <a:rPr lang="zh-CN" altLang="en-US" sz="28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</a:rPr>
              <a:t>数据库</a:t>
            </a:r>
            <a:r>
              <a:rPr lang="zh-CN" altLang="en-US" sz="20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</a:rPr>
              <a:t>（</a:t>
            </a:r>
            <a:r>
              <a:rPr lang="zh-CN" altLang="en-US" sz="2000" u="sng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</a:rPr>
              <a:t>国际</a:t>
            </a:r>
            <a:r>
              <a:rPr lang="zh-CN" altLang="en-US" sz="2000" u="sng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</a:rPr>
              <a:t>心律失常</a:t>
            </a:r>
            <a:r>
              <a:rPr lang="zh-CN" altLang="en-US" sz="2000" u="sng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</a:rPr>
              <a:t>检测领域</a:t>
            </a:r>
            <a:r>
              <a:rPr lang="zh-CN" altLang="en-US" sz="2000" u="sng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</a:rPr>
              <a:t>金标准</a:t>
            </a:r>
            <a:r>
              <a:rPr lang="zh-CN" altLang="en-US" sz="20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</a:rPr>
              <a:t>）</a:t>
            </a:r>
          </a:p>
        </p:txBody>
      </p:sp>
      <p:graphicFrame>
        <p:nvGraphicFramePr>
          <p:cNvPr id="27" name="表格 26"/>
          <p:cNvGraphicFramePr/>
          <p:nvPr/>
        </p:nvGraphicFramePr>
        <p:xfrm>
          <a:off x="9311640" y="3317240"/>
          <a:ext cx="8740775" cy="4280535"/>
        </p:xfrm>
        <a:graphic>
          <a:graphicData uri="http://schemas.openxmlformats.org/drawingml/2006/table">
            <a:tbl>
              <a:tblPr/>
              <a:tblGrid>
                <a:gridCol w="138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</a:rPr>
                        <a:t>心率失常类别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类别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思源宋体 CN SemiBold" panose="02020600000000000000" charset="-122"/>
                        <a:cs typeface="Times New Roman" panose="02020603050405020304" pitchFamily="18" charset="0"/>
                      </a:endParaRP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判定依据（双维度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同类归并）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765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</a:rPr>
                        <a:t>正常心律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标注为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（正常窦性心搏）、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（左束支传导阻滞）或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（右束支传导阻滞）</a:t>
                      </a:r>
                      <a:b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</a:b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且心率在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60-100bpm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范围内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</a:rPr>
                        <a:t>心动过速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任意标注类型且连续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个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RR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间期对应的心率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&gt; 100bpm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</a:rPr>
                        <a:t>心动过缓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任意标注类型且连续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个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RR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间期对应的心率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&lt; 60bpm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</a:rPr>
                        <a:t>心律不齐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标注为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（室性融合波）或连续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个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RR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间期的标准差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&gt; 50ms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145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</a:rPr>
                        <a:t>早搏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（房性早搏）、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（变异型房性早搏）、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（交界性早搏）、</a:t>
                      </a:r>
                      <a:b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（室上性早搏）、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（室性早搏）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</a:rPr>
                        <a:t>漏搏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标注为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（室性逸搏）、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（交界性逸搏）、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（房性逸搏）</a:t>
                      </a:r>
                      <a:b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</a:b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或任意标注类型且单个</a:t>
                      </a:r>
                      <a:r>
                        <a:rPr lang="zh-CN" altLang="en-US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RR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间期 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&gt; 1.5 </a:t>
                      </a: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思源宋体 CN SemiBold" panose="02020600000000000000" charset="-122"/>
                          <a:cs typeface="Times New Roman" panose="02020603050405020304" pitchFamily="18" charset="0"/>
                        </a:rPr>
                        <a:t>秒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9387840" y="2788285"/>
            <a:ext cx="10815955" cy="9055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/>
            <a:r>
              <a:rPr lang="zh-CN" altLang="en-US" sz="24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心律失常标签映射规则表：</a:t>
            </a:r>
          </a:p>
        </p:txBody>
      </p:sp>
      <p:sp>
        <p:nvSpPr>
          <p:cNvPr id="30" name="折角形 29"/>
          <p:cNvSpPr/>
          <p:nvPr/>
        </p:nvSpPr>
        <p:spPr>
          <a:xfrm>
            <a:off x="9220200" y="7810500"/>
            <a:ext cx="8915400" cy="1174115"/>
          </a:xfrm>
          <a:prstGeom prst="foldedCorner">
            <a:avLst/>
          </a:prstGeom>
          <a:solidFill>
            <a:srgbClr val="E5ECF5"/>
          </a:solidFill>
          <a:ln w="38100" cmpd="thickThin">
            <a:noFill/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solidFill>
                  <a:schemeClr val="tx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最终构建规模</a:t>
            </a:r>
            <a:r>
              <a:rPr lang="zh-CN" altLang="en-US" sz="3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22030</a:t>
            </a:r>
            <a:r>
              <a:rPr lang="zh-CN" altLang="en-US" sz="2800">
                <a:solidFill>
                  <a:schemeClr val="tx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组、形状</a:t>
            </a:r>
            <a:r>
              <a:rPr lang="zh-CN" altLang="en-US" sz="3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(400,2)</a:t>
            </a:r>
            <a:r>
              <a:rPr lang="zh-CN" altLang="en-US" sz="2800">
                <a:solidFill>
                  <a:schemeClr val="tx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的标准数据集，按</a:t>
            </a:r>
            <a:r>
              <a:rPr lang="zh-CN" altLang="en-US" sz="3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8</a:t>
            </a:r>
            <a:r>
              <a:rPr lang="en-US" altLang="zh-CN" sz="3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:</a:t>
            </a:r>
            <a:r>
              <a:rPr lang="zh-CN" altLang="en-US" sz="3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2</a:t>
            </a:r>
            <a:r>
              <a:rPr lang="zh-CN" altLang="en-US" sz="2800">
                <a:solidFill>
                  <a:schemeClr val="tx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划分训练集和验证集。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340516"/>
            <a:ext cx="18288000" cy="1194043"/>
            <a:chOff x="0" y="340516"/>
            <a:chExt cx="18288000" cy="1194043"/>
          </a:xfrm>
        </p:grpSpPr>
        <p:sp>
          <p:nvSpPr>
            <p:cNvPr id="9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/>
              <a:endParaRPr lang="zh-CN" altLang="en-US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810000" y="647428"/>
              <a:ext cx="8662200" cy="522302"/>
              <a:chOff x="3810000" y="647428"/>
              <a:chExt cx="8662200" cy="522302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10744200" y="647428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4" name="直接连接符 13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6" name="文本框 15"/>
              <p:cNvSpPr txBox="1"/>
              <p:nvPr/>
            </p:nvSpPr>
            <p:spPr>
              <a:xfrm>
                <a:off x="4572000" y="647760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系统设计</a:t>
                </a: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8" name="任意多边形: 形状 8"/>
            <p:cNvSpPr/>
            <p:nvPr/>
          </p:nvSpPr>
          <p:spPr>
            <a:xfrm>
              <a:off x="7086600" y="340516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chemeClr val="accent1">
                  <a:alpha val="29000"/>
                </a:scheme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核心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算法</a:t>
              </a:r>
              <a:endParaRPr lang="zh-CN" altLang="en-US" sz="4400" b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48164" y="64778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zh-CN" altLang="en-US" sz="2800" b="1" dirty="0">
                  <a:solidFill>
                    <a:srgbClr val="004EA1"/>
                  </a:solidFill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52400" y="1409700"/>
            <a:ext cx="18066164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心律失常检测深度学习算法：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轻量级1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D-CNN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架构与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INT8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量化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MCU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部署</a:t>
            </a:r>
            <a:endParaRPr lang="zh-CN" altLang="en-US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3400" y="2380615"/>
            <a:ext cx="7571740" cy="4388485"/>
          </a:xfrm>
          <a:prstGeom prst="rect">
            <a:avLst/>
          </a:prstGeom>
          <a:noFill/>
          <a:ln w="63500" cmpd="dbl">
            <a:solidFill>
              <a:srgbClr val="004EA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6" descr="IMG_256"/>
          <p:cNvPicPr>
            <a:picLocks noChangeAspect="1"/>
          </p:cNvPicPr>
          <p:nvPr/>
        </p:nvPicPr>
        <p:blipFill>
          <a:blip r:embed="rId4"/>
          <a:srcRect l="506" t="878" r="329" b="1254"/>
          <a:stretch>
            <a:fillRect/>
          </a:stretch>
        </p:blipFill>
        <p:spPr>
          <a:xfrm>
            <a:off x="609600" y="2552700"/>
            <a:ext cx="7331075" cy="40716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2030730" y="2476500"/>
            <a:ext cx="48628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/>
            <a:r>
              <a:rPr lang="en-US" altLang="zh-CN" sz="240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1D-CNN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sym typeface="+mn-ea"/>
              </a:rPr>
              <a:t>深度学习分类模型架构</a:t>
            </a:r>
          </a:p>
        </p:txBody>
      </p:sp>
      <p:graphicFrame>
        <p:nvGraphicFramePr>
          <p:cNvPr id="2" name="表格 1"/>
          <p:cNvGraphicFramePr/>
          <p:nvPr/>
        </p:nvGraphicFramePr>
        <p:xfrm>
          <a:off x="8505190" y="8262620"/>
          <a:ext cx="9522460" cy="1755140"/>
        </p:xfrm>
        <a:graphic>
          <a:graphicData uri="http://schemas.openxmlformats.org/drawingml/2006/table">
            <a:tbl>
              <a:tblPr/>
              <a:tblGrid>
                <a:gridCol w="191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5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 i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指标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 i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量化前（</a:t>
                      </a:r>
                      <a:r>
                        <a:rPr lang="en-US" altLang="zh-CN" sz="2400" b="1" i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float32</a:t>
                      </a:r>
                      <a:r>
                        <a:rPr lang="zh-CN" sz="2400" b="1" i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）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 i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量化后（</a:t>
                      </a:r>
                      <a:r>
                        <a:rPr lang="en-US" altLang="zh-CN" sz="2400" b="1" i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int8</a:t>
                      </a:r>
                      <a:r>
                        <a:rPr lang="zh-CN" sz="2400" b="1" i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）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 i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变化率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模型大小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89 KB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29.41 KB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i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压缩</a:t>
                      </a:r>
                      <a:r>
                        <a:rPr lang="zh-CN" altLang="en-US" sz="2400" i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 </a:t>
                      </a:r>
                      <a:r>
                        <a:rPr lang="en-US" altLang="zh-CN" sz="2400" i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3.0 </a:t>
                      </a:r>
                      <a:r>
                        <a:rPr lang="zh-CN" sz="2400" i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倍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验证集准确率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84.12%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83.45%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i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下降</a:t>
                      </a:r>
                      <a:r>
                        <a:rPr lang="zh-CN" altLang="en-US" sz="2400" i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 </a:t>
                      </a:r>
                      <a:r>
                        <a:rPr lang="en-US" altLang="zh-CN" sz="2400" i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0.67%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推理运算量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基准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提升</a:t>
                      </a:r>
                      <a:r>
                        <a:rPr lang="zh-CN" altLang="en-US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 </a:t>
                      </a:r>
                      <a:r>
                        <a:rPr lang="en-US" alt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2-3 </a:t>
                      </a:r>
                      <a:r>
                        <a:rPr 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  <a:cs typeface="思源宋体 CN SemiBold" panose="02020600000000000000" charset="-122"/>
                        </a:rPr>
                        <a:t>倍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i="0">
                          <a:solidFill>
                            <a:srgbClr val="000000"/>
                          </a:solidFill>
                          <a:latin typeface="思源宋体 CN SemiBold" panose="02020600000000000000" charset="-122"/>
                          <a:ea typeface="思源宋体 CN SemiBold" panose="02020600000000000000" charset="-122"/>
                        </a:rPr>
                        <a:t>-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7" name="图片 7" descr="IMG_2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530" y="1943100"/>
            <a:ext cx="9991090" cy="564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文本框 27"/>
          <p:cNvSpPr txBox="1"/>
          <p:nvPr/>
        </p:nvSpPr>
        <p:spPr>
          <a:xfrm>
            <a:off x="10820400" y="7693660"/>
            <a:ext cx="48628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/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量化公式：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q=round(r/S)+Z</a:t>
            </a:r>
            <a:endParaRPr lang="en-US" altLang="zh-CN" sz="24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04800" y="6972300"/>
            <a:ext cx="8222615" cy="32550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模型架构设计与训练</a:t>
            </a:r>
            <a:endParaRPr lang="en-US" altLang="zh-CN" sz="2800">
              <a:solidFill>
                <a:schemeClr val="tx1"/>
              </a:solidFill>
              <a:effectLst/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① 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基于</a:t>
            </a:r>
            <a:r>
              <a:rPr lang="en-US" altLang="zh-CN" sz="2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TensorFlow 2</a:t>
            </a:r>
            <a:r>
              <a:rPr lang="zh-CN" altLang="en-US" sz="2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框架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构建轻量级</a:t>
            </a:r>
            <a:r>
              <a:rPr lang="zh-CN" altLang="en-US" sz="2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一维卷积神经网络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分类模型</a:t>
            </a: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②  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模型训练</a:t>
            </a:r>
            <a:r>
              <a:rPr lang="en-US" altLang="zh-CN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Adam:0.001/0.5  epochs = 80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）</a:t>
            </a: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>
              <a:solidFill>
                <a:schemeClr val="tx1"/>
              </a:solidFill>
              <a:effectLst/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模型架构设计与训练</a:t>
            </a:r>
            <a:endParaRPr lang="en-US" altLang="zh-CN" sz="2800">
              <a:solidFill>
                <a:schemeClr val="tx1"/>
              </a:solidFill>
              <a:effectLst/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③ 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模型</a:t>
            </a:r>
            <a:r>
              <a:rPr lang="zh-CN" altLang="en-US" sz="2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量化</a:t>
            </a:r>
            <a:r>
              <a:rPr lang="en-US" altLang="zh-CN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double32→int8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）</a:t>
            </a:r>
          </a:p>
          <a:p>
            <a:pPr algn="l" defTabSz="2667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④ MCU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端</a:t>
            </a:r>
            <a:r>
              <a:rPr lang="zh-CN" altLang="en-US" sz="2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部署</a:t>
            </a:r>
            <a:r>
              <a:rPr lang="en-US" altLang="zh-CN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（转换集成</a:t>
            </a:r>
            <a:r>
              <a:rPr lang="en-US" altLang="zh-CN" sz="220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TensorFlow Lite Micro</a:t>
            </a:r>
            <a:r>
              <a:rPr lang="zh-CN" altLang="en-US" sz="2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推理引擎部署）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0" y="340516"/>
            <a:ext cx="18288000" cy="1194043"/>
            <a:chOff x="0" y="340516"/>
            <a:chExt cx="18288000" cy="1194043"/>
          </a:xfrm>
        </p:grpSpPr>
        <p:sp>
          <p:nvSpPr>
            <p:cNvPr id="9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/>
              <a:endParaRPr lang="zh-CN" altLang="en-US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3810000" y="647428"/>
              <a:ext cx="8662200" cy="522302"/>
              <a:chOff x="3810000" y="647428"/>
              <a:chExt cx="8662200" cy="522302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10744200" y="647428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总结验证</a:t>
                </a: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4" name="直接连接符 13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6" name="文本框 15"/>
              <p:cNvSpPr txBox="1"/>
              <p:nvPr/>
            </p:nvSpPr>
            <p:spPr>
              <a:xfrm>
                <a:off x="4572000" y="647760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系统设计</a:t>
                </a: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8" name="任意多边形: 形状 8"/>
            <p:cNvSpPr/>
            <p:nvPr/>
          </p:nvSpPr>
          <p:spPr>
            <a:xfrm>
              <a:off x="7086600" y="340516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chemeClr val="accent1">
                  <a:alpha val="29000"/>
                </a:scheme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3716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核心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算法</a:t>
              </a:r>
              <a:endParaRPr lang="zh-CN" altLang="en-US" sz="4400" b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48164" y="64778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zh-CN" altLang="en-US" sz="2800" b="1" dirty="0">
                  <a:solidFill>
                    <a:srgbClr val="004EA1"/>
                  </a:solidFill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52400" y="1409700"/>
            <a:ext cx="18066164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多模态跌倒判别算法：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三极行楷简体-粗" panose="00000500000000000000" charset="-122"/>
                <a:cs typeface="Times New Roman" panose="02020603050405020304" pitchFamily="18" charset="0"/>
                <a:sym typeface="+mn-ea"/>
              </a:rPr>
              <a:t>失重-撞击-静止三阶段串联跌倒判别</a:t>
            </a:r>
            <a:endParaRPr lang="zh-CN" altLang="en-US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3035" y="2332355"/>
            <a:ext cx="10493375" cy="7525385"/>
          </a:xfrm>
          <a:prstGeom prst="rect">
            <a:avLst/>
          </a:prstGeom>
          <a:noFill/>
          <a:ln w="63500" cmpd="dbl">
            <a:solidFill>
              <a:srgbClr val="004EA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496800" y="1409700"/>
            <a:ext cx="4716145" cy="8039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/>
            <a:r>
              <a:rPr lang="zh-CN" sz="24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核心算法：</a:t>
            </a:r>
            <a:r>
              <a:rPr lang="en-US" altLang="zh-CN" sz="24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SVM</a:t>
            </a:r>
            <a:r>
              <a:rPr lang="zh-CN" altLang="en-US" sz="2400">
                <a:solidFill>
                  <a:srgbClr val="FF3B6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自适应阈值</a:t>
            </a:r>
            <a:r>
              <a:rPr lang="en-US" altLang="zh-CN" sz="24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impact_threshold=1.5g+2.0⋅σSVM</a:t>
            </a:r>
            <a:r>
              <a:rPr lang="zh-CN" altLang="en-US" sz="24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、</a:t>
            </a:r>
          </a:p>
        </p:txBody>
      </p:sp>
      <p:pic>
        <p:nvPicPr>
          <p:cNvPr id="2" name="图片 11" descr="d4ea93400326ce6541b24ed602372e91"/>
          <p:cNvPicPr>
            <a:picLocks noChangeAspect="1"/>
          </p:cNvPicPr>
          <p:nvPr/>
        </p:nvPicPr>
        <p:blipFill>
          <a:blip r:embed="rId4"/>
          <a:srcRect l="3310" t="5023" r="3474" b="5985"/>
          <a:stretch>
            <a:fillRect/>
          </a:stretch>
        </p:blipFill>
        <p:spPr>
          <a:xfrm>
            <a:off x="451485" y="3027680"/>
            <a:ext cx="4634865" cy="2334260"/>
          </a:xfrm>
          <a:prstGeom prst="rect">
            <a:avLst/>
          </a:prstGeom>
        </p:spPr>
      </p:pic>
      <p:pic>
        <p:nvPicPr>
          <p:cNvPr id="3" name="图片 5" descr="IMG_256"/>
          <p:cNvPicPr>
            <a:picLocks noChangeAspect="1"/>
          </p:cNvPicPr>
          <p:nvPr/>
        </p:nvPicPr>
        <p:blipFill>
          <a:blip r:embed="rId5"/>
          <a:srcRect l="3851" t="5926" r="2965" b="2862"/>
          <a:stretch>
            <a:fillRect/>
          </a:stretch>
        </p:blipFill>
        <p:spPr>
          <a:xfrm>
            <a:off x="5784850" y="6261100"/>
            <a:ext cx="4742180" cy="2892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图片 8" descr="868589bb9eab81bf6e1479b45f180188"/>
          <p:cNvPicPr>
            <a:picLocks noChangeAspect="1"/>
          </p:cNvPicPr>
          <p:nvPr/>
        </p:nvPicPr>
        <p:blipFill>
          <a:blip r:embed="rId6"/>
          <a:srcRect t="14179" r="33829"/>
          <a:stretch>
            <a:fillRect/>
          </a:stretch>
        </p:blipFill>
        <p:spPr>
          <a:xfrm>
            <a:off x="375285" y="6076315"/>
            <a:ext cx="5092065" cy="33839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rcRect l="10644" r="7933"/>
          <a:stretch>
            <a:fillRect/>
          </a:stretch>
        </p:blipFill>
        <p:spPr>
          <a:xfrm>
            <a:off x="5936615" y="3104515"/>
            <a:ext cx="4434205" cy="204406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228600" y="2593975"/>
            <a:ext cx="5265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004E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1.Mahony</a:t>
            </a:r>
            <a:r>
              <a:rPr lang="zh-CN" altLang="en-US">
                <a:solidFill>
                  <a:srgbClr val="004E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互补滤波算法</a:t>
            </a:r>
            <a:r>
              <a:rPr lang="en-US" altLang="zh-CN">
                <a:solidFill>
                  <a:srgbClr val="004E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4EA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确认初始姿态和姿态变化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10896600" y="2430780"/>
            <a:ext cx="7199630" cy="3649980"/>
            <a:chOff x="16320" y="2820"/>
            <a:chExt cx="11338" cy="5748"/>
          </a:xfrm>
        </p:grpSpPr>
        <p:sp>
          <p:nvSpPr>
            <p:cNvPr id="35" name="矩形 34"/>
            <p:cNvSpPr/>
            <p:nvPr/>
          </p:nvSpPr>
          <p:spPr>
            <a:xfrm>
              <a:off x="16320" y="7762"/>
              <a:ext cx="11339" cy="722"/>
            </a:xfrm>
            <a:prstGeom prst="rect">
              <a:avLst/>
            </a:prstGeom>
            <a:solidFill>
              <a:srgbClr val="A3B9E5"/>
            </a:solidFill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6320" y="7762"/>
              <a:ext cx="11339" cy="80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200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跌倒事件</a:t>
              </a:r>
              <a:r>
                <a:rPr lang="en-US" altLang="zh-CN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SVM</a:t>
              </a:r>
              <a:r>
                <a: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曲线对比图</a:t>
              </a:r>
            </a:p>
          </p:txBody>
        </p:sp>
        <p:pic>
          <p:nvPicPr>
            <p:cNvPr id="30" name="图片 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320" y="2820"/>
              <a:ext cx="11339" cy="4917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34" name="组合 33"/>
          <p:cNvGrpSpPr/>
          <p:nvPr/>
        </p:nvGrpSpPr>
        <p:grpSpPr>
          <a:xfrm>
            <a:off x="10896600" y="6400165"/>
            <a:ext cx="7199630" cy="3490595"/>
            <a:chOff x="16560" y="9900"/>
            <a:chExt cx="11338" cy="5497"/>
          </a:xfrm>
        </p:grpSpPr>
        <p:pic>
          <p:nvPicPr>
            <p:cNvPr id="31" name="图片 6"/>
            <p:cNvPicPr>
              <a:picLocks noChangeAspect="1"/>
            </p:cNvPicPr>
            <p:nvPr/>
          </p:nvPicPr>
          <p:blipFill>
            <a:blip r:embed="rId9"/>
            <a:srcRect t="6948" b="5641"/>
            <a:stretch>
              <a:fillRect/>
            </a:stretch>
          </p:blipFill>
          <p:spPr>
            <a:xfrm>
              <a:off x="16560" y="9900"/>
              <a:ext cx="11339" cy="4737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</p:pic>
        <p:sp>
          <p:nvSpPr>
            <p:cNvPr id="33" name="矩形 32"/>
            <p:cNvSpPr/>
            <p:nvPr/>
          </p:nvSpPr>
          <p:spPr>
            <a:xfrm>
              <a:off x="16560" y="14648"/>
              <a:ext cx="11339" cy="722"/>
            </a:xfrm>
            <a:prstGeom prst="rect">
              <a:avLst/>
            </a:prstGeom>
            <a:solidFill>
              <a:srgbClr val="A3B9E5"/>
            </a:solidFill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6560" y="14591"/>
              <a:ext cx="11339" cy="80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2000">
                  <a:solidFill>
                    <a:srgbClr val="FF3B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日常活动</a:t>
              </a:r>
              <a:r>
                <a:rPr lang="en-US" altLang="zh-CN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SVM</a:t>
              </a:r>
              <a:r>
                <a: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曲线对比图</a:t>
              </a: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5679440" y="2594610"/>
            <a:ext cx="472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姿态异常判别</a:t>
            </a:r>
            <a:r>
              <a:rPr lang="en-US" altLang="zh-CN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判断姿态角</a:t>
            </a:r>
            <a:r>
              <a:rPr lang="zh-CN" altLang="en-US" sz="1600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＞</a:t>
            </a:r>
            <a:r>
              <a:rPr lang="en-US" altLang="zh-CN" sz="1600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75</a:t>
            </a:r>
            <a:r>
              <a:rPr lang="zh-CN" altLang="en-US" sz="1600" baseline="30000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°</a:t>
            </a:r>
            <a:r>
              <a:rPr lang="zh-CN" alt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或</a:t>
            </a:r>
            <a:r>
              <a:rPr lang="en-US" altLang="zh-CN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Δθ</a:t>
            </a:r>
            <a:r>
              <a:rPr lang="zh-CN" altLang="en-US" sz="1600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＞</a:t>
            </a:r>
            <a:r>
              <a:rPr lang="en-US" altLang="zh-CN" sz="1600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30</a:t>
            </a:r>
            <a:r>
              <a:rPr lang="en-US" altLang="zh-CN" sz="1600" baseline="30000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°</a:t>
            </a:r>
            <a:r>
              <a:rPr lang="en-US" altLang="zh-CN" sz="1600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/s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228600" y="5676900"/>
            <a:ext cx="4995545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3.</a:t>
            </a:r>
            <a:r>
              <a:rPr lang="zh-CN" alt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合加速度</a:t>
            </a:r>
            <a:r>
              <a:rPr lang="en-US" altLang="zh-CN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SVM</a:t>
            </a:r>
            <a:r>
              <a:rPr lang="zh-CN" alt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判别</a:t>
            </a:r>
            <a:r>
              <a:rPr lang="en-US" altLang="zh-CN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</a:rPr>
              <a:t>区分跌倒事件和日常活动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596255" y="5676900"/>
            <a:ext cx="4995545" cy="370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4.冲击后静止判别</a:t>
            </a:r>
            <a:r>
              <a:rPr lang="en-US" altLang="zh-CN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1.5s</a:t>
            </a:r>
            <a:r>
              <a:rPr lang="zh-CN" alt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后回归</a:t>
            </a:r>
            <a:r>
              <a:rPr lang="en-US" altLang="zh-CN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0.9~1.1g</a:t>
            </a:r>
            <a:r>
              <a:rPr lang="zh-CN" altLang="en-US">
                <a:solidFill>
                  <a:srgbClr val="0061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正常重力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40516"/>
            <a:ext cx="18288000" cy="1194043"/>
            <a:chOff x="0" y="340516"/>
            <a:chExt cx="18288000" cy="1194043"/>
          </a:xfrm>
        </p:grpSpPr>
        <p:sp>
          <p:nvSpPr>
            <p:cNvPr id="6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/>
              <a:endParaRPr lang="zh-CN" altLang="en-US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810000" y="673442"/>
              <a:ext cx="6324600" cy="547088"/>
              <a:chOff x="3810000" y="673442"/>
              <a:chExt cx="6324600" cy="547088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7708500" y="673442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核心算法</a:t>
                </a: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0" name="直接连接符 9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1" name="直接连接符 10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2" name="文本框 11"/>
              <p:cNvSpPr txBox="1"/>
              <p:nvPr/>
            </p:nvSpPr>
            <p:spPr>
              <a:xfrm>
                <a:off x="4572000" y="698560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系统设计</a:t>
                </a:r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4" name="任意多边形: 形状 90"/>
            <p:cNvSpPr/>
            <p:nvPr/>
          </p:nvSpPr>
          <p:spPr>
            <a:xfrm>
              <a:off x="10058400" y="340516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chemeClr val="accent1">
                  <a:alpha val="29000"/>
                </a:scheme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>
                <a:lnSpc>
                  <a:spcPct val="90000"/>
                </a:lnSpc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总结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验证</a:t>
              </a:r>
              <a:endParaRPr lang="zh-CN" altLang="en-US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48164" y="67572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zh-CN" altLang="en-US" sz="2800" b="1" dirty="0">
                  <a:solidFill>
                    <a:srgbClr val="004EA1"/>
                  </a:solidFill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pic>
        <p:nvPicPr>
          <p:cNvPr id="3" name="图片 4" descr="2e5c7f5bba5f33e6b938084c0927c4e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019300"/>
            <a:ext cx="4736712" cy="3060000"/>
          </a:xfrm>
          <a:prstGeom prst="rect">
            <a:avLst/>
          </a:prstGeom>
        </p:spPr>
      </p:pic>
      <p:graphicFrame>
        <p:nvGraphicFramePr>
          <p:cNvPr id="17" name="表格 16"/>
          <p:cNvGraphicFramePr/>
          <p:nvPr/>
        </p:nvGraphicFramePr>
        <p:xfrm>
          <a:off x="4940300" y="2005965"/>
          <a:ext cx="5232400" cy="3072765"/>
        </p:xfrm>
        <a:graphic>
          <a:graphicData uri="http://schemas.openxmlformats.org/drawingml/2006/table">
            <a:tbl>
              <a:tblPr/>
              <a:tblGrid>
                <a:gridCol w="89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6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8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44040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指标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自研设备均值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标准设备均值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平均绝对误差</a:t>
                      </a:r>
                    </a:p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zh-CN" sz="1600" b="1" i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-635" marR="-635" marT="-635" marB="-63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最大绝对误差</a:t>
                      </a:r>
                    </a:p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MaxAE</a:t>
                      </a:r>
                      <a:endParaRPr lang="zh-CN" sz="1600" b="1" i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-635" marR="-635" marT="-635" marB="-63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标准差</a:t>
                      </a:r>
                    </a:p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SD</a:t>
                      </a:r>
                      <a:endParaRPr lang="zh-CN" sz="1600" b="1" i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-635" marR="-635" marT="-635" marB="-63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容差</a:t>
                      </a:r>
                    </a:p>
                  </a:txBody>
                  <a:tcPr marL="-635" marR="-635" marT="-635" marB="-635" anchor="ctr">
                    <a:lnL w="12700">
                      <a:solidFill>
                        <a:schemeClr val="bg1"/>
                      </a:solidFill>
                      <a:prstDash val="solid"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45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心率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72.3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71.8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rgbClr val="FF3B6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±2.1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1.5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≤ ±3 bpm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血氧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97.8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98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0.8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rgbClr val="FF3B6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±1.9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≤ ±2%</a:t>
                      </a:r>
                    </a:p>
                  </a:txBody>
                  <a:tcPr marL="-635" marR="-635" marT="-635" marB="-6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extLst>
              <p:ext uri="{D42A27DB-BD31-4B8C-83A1-F6EECF244321}">
                <p14:modId xmlns:p14="http://schemas.microsoft.com/office/powerpoint/2010/main" val="3953547813"/>
              </p:ext>
            </p:extLst>
          </p:nvPr>
        </p:nvGraphicFramePr>
        <p:xfrm>
          <a:off x="10312938" y="1803579"/>
          <a:ext cx="7975062" cy="3263721"/>
        </p:xfrm>
        <a:graphic>
          <a:graphicData uri="http://schemas.openxmlformats.org/drawingml/2006/table">
            <a:tbl>
              <a:tblPr/>
              <a:tblGrid>
                <a:gridCol w="806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3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0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3292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类别</a:t>
                      </a:r>
                      <a:r>
                        <a:rPr lang="en-US" altLang="zh-CN" sz="20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心律失常类型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测试样本数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精准率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召回率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F1</a:t>
                      </a:r>
                      <a:r>
                        <a:rPr lang="zh-CN" sz="20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值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 i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识别准确率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solidFill>
                      <a:srgbClr val="004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49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正常心律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2203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0.9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92.00%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35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心动过速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441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0.74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74.00%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893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心动过缓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358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0.77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0.79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77.00%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5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心律不齐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298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0.76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0.74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72.00%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893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早搏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482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0.82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0.79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0.8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79.00%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396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</a:rPr>
                        <a:t>漏搏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99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0.71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0.68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0.69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68.00%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646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总体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​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​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4406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​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​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altLang="zh-CN" sz="180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​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演示秋鸿楷" panose="000005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i="0" dirty="0">
                          <a:solidFill>
                            <a:srgbClr val="FF3B62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演示秋鸿楷" panose="00000500000000000000" pitchFamily="2" charset="-122"/>
                          <a:cs typeface="Times New Roman" panose="02020603050405020304" pitchFamily="18" charset="0"/>
                        </a:rPr>
                        <a:t>85.2%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EEECE1"/>
                      </a:solidFill>
                      <a:prstDash val="dot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9" name="图片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6362699"/>
            <a:ext cx="8898237" cy="344991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文本框 18"/>
          <p:cNvSpPr txBox="1"/>
          <p:nvPr/>
        </p:nvSpPr>
        <p:spPr>
          <a:xfrm>
            <a:off x="152400" y="1520825"/>
            <a:ext cx="6040755" cy="5251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/>
            <a:r>
              <a:rPr lang="zh-CN" altLang="en-US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  <a:cs typeface="Times New Roman" panose="02020603050405020304" pitchFamily="18" charset="0"/>
                <a:sym typeface="+mn-ea"/>
              </a:rPr>
              <a:t>一、心率指标及心律失常检出测试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6200" y="5067300"/>
            <a:ext cx="4673600" cy="4641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266700"/>
            <a:r>
              <a:rPr lang="en-US" altLang="zh-CN" sz="22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①</a:t>
            </a:r>
            <a:r>
              <a:rPr lang="zh-CN" altLang="en-US" sz="22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心率血氧监测精度测试方法示意图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308600" y="5118100"/>
            <a:ext cx="4673600" cy="4641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266700"/>
            <a:r>
              <a:rPr lang="en-US" altLang="zh-CN" sz="22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②</a:t>
            </a:r>
            <a:r>
              <a:rPr lang="zh-CN" altLang="en-US" sz="22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心率血氧监测精度测试结果汇总表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1836400" y="5092700"/>
            <a:ext cx="4673600" cy="4641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266700"/>
            <a:r>
              <a:rPr lang="en-US" altLang="zh-CN" sz="2200" dirty="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③</a:t>
            </a:r>
            <a:r>
              <a:rPr lang="zh-CN" altLang="en-US" sz="2200" dirty="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各类别心律失常识别性能指标表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27000" y="5838825"/>
            <a:ext cx="6040755" cy="5251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/>
            <a:r>
              <a:rPr lang="zh-CN" altLang="en-US" sz="280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  <a:cs typeface="Times New Roman" panose="02020603050405020304" pitchFamily="18" charset="0"/>
                <a:sym typeface="+mn-ea"/>
              </a:rPr>
              <a:t>二、跌倒检测功能测试</a:t>
            </a:r>
          </a:p>
        </p:txBody>
      </p:sp>
      <p:grpSp>
        <p:nvGrpSpPr>
          <p:cNvPr id="35" name="组合 35"/>
          <p:cNvGrpSpPr>
            <a:grpSpLocks noChangeAspect="1"/>
          </p:cNvGrpSpPr>
          <p:nvPr/>
        </p:nvGrpSpPr>
        <p:grpSpPr>
          <a:xfrm>
            <a:off x="192405" y="6362700"/>
            <a:ext cx="4660265" cy="3393440"/>
            <a:chOff x="7786" y="503380"/>
            <a:chExt cx="4483" cy="3730"/>
          </a:xfrm>
        </p:grpSpPr>
        <p:pic>
          <p:nvPicPr>
            <p:cNvPr id="61" name="图片 14" descr="前侧"/>
            <p:cNvPicPr>
              <a:picLocks noChangeAspect="1"/>
            </p:cNvPicPr>
            <p:nvPr/>
          </p:nvPicPr>
          <p:blipFill>
            <a:blip r:embed="rId6"/>
            <a:srcRect l="38099" r="37966"/>
            <a:stretch>
              <a:fillRect/>
            </a:stretch>
          </p:blipFill>
          <p:spPr>
            <a:xfrm>
              <a:off x="7786" y="503380"/>
              <a:ext cx="1984" cy="3730"/>
            </a:xfrm>
            <a:prstGeom prst="rect">
              <a:avLst/>
            </a:prstGeom>
          </p:spPr>
        </p:pic>
        <p:pic>
          <p:nvPicPr>
            <p:cNvPr id="62" name="图片 15" descr="侧向"/>
            <p:cNvPicPr>
              <a:picLocks noChangeAspect="1"/>
            </p:cNvPicPr>
            <p:nvPr/>
          </p:nvPicPr>
          <p:blipFill>
            <a:blip r:embed="rId7"/>
            <a:srcRect t="16810" r="2106" b="18109"/>
            <a:stretch>
              <a:fillRect/>
            </a:stretch>
          </p:blipFill>
          <p:spPr>
            <a:xfrm>
              <a:off x="9745" y="503380"/>
              <a:ext cx="2524" cy="3730"/>
            </a:xfrm>
            <a:prstGeom prst="rect">
              <a:avLst/>
            </a:prstGeom>
          </p:spPr>
        </p:pic>
      </p:grpSp>
      <p:pic>
        <p:nvPicPr>
          <p:cNvPr id="64" name="图片 64" descr="坐下起身"/>
          <p:cNvPicPr>
            <a:picLocks noChangeAspect="1"/>
          </p:cNvPicPr>
          <p:nvPr/>
        </p:nvPicPr>
        <p:blipFill>
          <a:blip r:embed="rId8"/>
          <a:srcRect l="3689" t="2240" r="4437" b="21713"/>
          <a:stretch>
            <a:fillRect/>
          </a:stretch>
        </p:blipFill>
        <p:spPr>
          <a:xfrm>
            <a:off x="5410200" y="6362700"/>
            <a:ext cx="3188970" cy="336613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203200" y="9775825"/>
            <a:ext cx="4673600" cy="4641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266700"/>
            <a:r>
              <a:rPr lang="en-US" altLang="zh-CN" sz="22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①</a:t>
            </a:r>
            <a:r>
              <a:rPr lang="zh-CN" altLang="en-US" sz="22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典型正确检测情况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410200" y="9746615"/>
            <a:ext cx="3188970" cy="4641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266700"/>
            <a:r>
              <a:rPr lang="en-US" altLang="zh-CN" sz="2200"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②</a:t>
            </a:r>
            <a:r>
              <a:rPr lang="zh-CN" altLang="en-US" sz="220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典型误报检测情况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1480800" y="9763760"/>
            <a:ext cx="4673600" cy="4641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266700"/>
            <a:r>
              <a:rPr lang="en-US" altLang="zh-CN" sz="2200" dirty="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③</a:t>
            </a:r>
            <a:r>
              <a:rPr lang="zh-CN" altLang="en-US" sz="2200" dirty="0">
                <a:solidFill>
                  <a:schemeClr val="tx1"/>
                </a:solidFill>
                <a:effectLst/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跌倒检测功能准确性测试结果表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40516"/>
            <a:ext cx="18288000" cy="1194043"/>
            <a:chOff x="0" y="340516"/>
            <a:chExt cx="18288000" cy="1194043"/>
          </a:xfrm>
        </p:grpSpPr>
        <p:sp>
          <p:nvSpPr>
            <p:cNvPr id="6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/>
              <a:endParaRPr lang="zh-CN" altLang="en-US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810000" y="673442"/>
              <a:ext cx="6324600" cy="547088"/>
              <a:chOff x="3810000" y="673442"/>
              <a:chExt cx="6324600" cy="547088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7708500" y="673442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核心算法</a:t>
                </a: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0" name="直接连接符 9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1" name="直接连接符 10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2" name="文本框 11"/>
              <p:cNvSpPr txBox="1"/>
              <p:nvPr/>
            </p:nvSpPr>
            <p:spPr>
              <a:xfrm>
                <a:off x="4572000" y="698560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系统设计</a:t>
                </a:r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4" name="任意多边形: 形状 90"/>
            <p:cNvSpPr/>
            <p:nvPr/>
          </p:nvSpPr>
          <p:spPr>
            <a:xfrm>
              <a:off x="10058400" y="340516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chemeClr val="accent1">
                  <a:alpha val="29000"/>
                </a:scheme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>
                <a:lnSpc>
                  <a:spcPct val="90000"/>
                </a:lnSpc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总结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验证</a:t>
              </a:r>
              <a:endParaRPr lang="zh-CN" altLang="en-US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48164" y="67572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zh-CN" altLang="en-US" sz="2800" b="1" dirty="0">
                  <a:solidFill>
                    <a:srgbClr val="004EA1"/>
                  </a:solidFill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sp>
        <p:nvSpPr>
          <p:cNvPr id="109" name="Freeform 16"/>
          <p:cNvSpPr/>
          <p:nvPr/>
        </p:nvSpPr>
        <p:spPr>
          <a:xfrm>
            <a:off x="-50" y="6921316"/>
            <a:ext cx="18288050" cy="3544324"/>
          </a:xfrm>
          <a:custGeom>
            <a:avLst/>
            <a:gdLst/>
            <a:ahLst/>
            <a:cxnLst/>
            <a:rect l="l" t="t" r="r" b="b"/>
            <a:pathLst>
              <a:path w="15849563" h="9172463">
                <a:moveTo>
                  <a:pt x="0" y="0"/>
                </a:moveTo>
                <a:lnTo>
                  <a:pt x="15849563" y="0"/>
                </a:lnTo>
                <a:lnTo>
                  <a:pt x="15849563" y="9172463"/>
                </a:lnTo>
                <a:lnTo>
                  <a:pt x="0" y="9172463"/>
                </a:lnTo>
                <a:close/>
              </a:path>
            </a:pathLst>
          </a:custGeom>
          <a:solidFill>
            <a:srgbClr val="D9E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cs typeface="Times New Roman" panose="02020603050405020304" pitchFamily="18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60655" y="3111500"/>
            <a:ext cx="3357245" cy="651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28600" y="6932930"/>
            <a:ext cx="3228975" cy="2625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29.41KB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量化模型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30</a:t>
            </a:r>
            <a:r>
              <a:rPr lang="en-US" altLang="zh-CN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ms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推理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6类心律失常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本地识别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无需联网</a:t>
            </a:r>
          </a:p>
        </p:txBody>
      </p:sp>
      <p:sp>
        <p:nvSpPr>
          <p:cNvPr id="45" name="矩形 44"/>
          <p:cNvSpPr/>
          <p:nvPr>
            <p:custDataLst>
              <p:tags r:id="rId1"/>
            </p:custDataLst>
          </p:nvPr>
        </p:nvSpPr>
        <p:spPr>
          <a:xfrm>
            <a:off x="125095" y="2489200"/>
            <a:ext cx="3425825" cy="7112000"/>
          </a:xfrm>
          <a:prstGeom prst="rect">
            <a:avLst/>
          </a:prstGeom>
          <a:noFill/>
          <a:ln>
            <a:solidFill>
              <a:srgbClr val="013D9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>
            <p:custDataLst>
              <p:tags r:id="rId2"/>
            </p:custDataLst>
          </p:nvPr>
        </p:nvSpPr>
        <p:spPr>
          <a:xfrm>
            <a:off x="120015" y="2484120"/>
            <a:ext cx="3430905" cy="581660"/>
          </a:xfrm>
          <a:prstGeom prst="rect">
            <a:avLst/>
          </a:prstGeom>
          <a:solidFill>
            <a:srgbClr val="004E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①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边缘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AI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221615" y="1562100"/>
            <a:ext cx="18066164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面向心律失常老人的可穿戴多体征监护系统：</a:t>
            </a:r>
            <a:r>
              <a:rPr lang="en-US" altLang="zh-CN" sz="3600" b="1" dirty="0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  <a:sym typeface="+mn-ea"/>
              </a:rPr>
              <a:t>5</a:t>
            </a:r>
            <a:r>
              <a:rPr lang="zh-CN" altLang="en-US" sz="3200" b="1" dirty="0">
                <a:solidFill>
                  <a:schemeClr val="tx1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  <a:sym typeface="+mn-ea"/>
              </a:rPr>
              <a:t>项核心创新</a:t>
            </a:r>
            <a:endParaRPr lang="zh-CN" altLang="en-US" sz="3200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云峰飞云体" panose="02000500000000000000" pitchFamily="2" charset="-122"/>
              <a:ea typeface="云峰飞云体" panose="02000500000000000000" pitchFamily="2" charset="-122"/>
              <a:cs typeface="云峰飞云体" panose="02000500000000000000" pitchFamily="2" charset="-122"/>
              <a:sym typeface="+mn-ea"/>
            </a:endParaRPr>
          </a:p>
        </p:txBody>
      </p:sp>
      <p:pic>
        <p:nvPicPr>
          <p:cNvPr id="26" name="图片 6" descr="IMG_256"/>
          <p:cNvPicPr>
            <a:picLocks noChangeAspect="1"/>
          </p:cNvPicPr>
          <p:nvPr/>
        </p:nvPicPr>
        <p:blipFill>
          <a:blip r:embed="rId14"/>
          <a:srcRect l="506" t="878" r="329" b="1254"/>
          <a:stretch>
            <a:fillRect/>
          </a:stretch>
        </p:blipFill>
        <p:spPr>
          <a:xfrm>
            <a:off x="228600" y="3089275"/>
            <a:ext cx="3298825" cy="1832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" name="矩形 23"/>
          <p:cNvSpPr/>
          <p:nvPr/>
        </p:nvSpPr>
        <p:spPr>
          <a:xfrm>
            <a:off x="3810000" y="3111500"/>
            <a:ext cx="3357245" cy="651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877945" y="6927850"/>
            <a:ext cx="3228975" cy="26301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四代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硬件迭代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0.2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mm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柔性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FPC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100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块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PCB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打样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肌贴式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无感佩戴</a:t>
            </a:r>
            <a:endParaRPr lang="zh-CN" alt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面积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缩减85%</a:t>
            </a:r>
          </a:p>
        </p:txBody>
      </p:sp>
      <p:sp>
        <p:nvSpPr>
          <p:cNvPr id="31" name="矩形 30"/>
          <p:cNvSpPr/>
          <p:nvPr>
            <p:custDataLst>
              <p:tags r:id="rId3"/>
            </p:custDataLst>
          </p:nvPr>
        </p:nvSpPr>
        <p:spPr>
          <a:xfrm>
            <a:off x="3774440" y="2489200"/>
            <a:ext cx="3425825" cy="7112000"/>
          </a:xfrm>
          <a:prstGeom prst="rect">
            <a:avLst/>
          </a:prstGeom>
          <a:noFill/>
          <a:ln>
            <a:solidFill>
              <a:srgbClr val="013D9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3769360" y="2484120"/>
            <a:ext cx="3430905" cy="581660"/>
          </a:xfrm>
          <a:prstGeom prst="rect">
            <a:avLst/>
          </a:prstGeom>
          <a:solidFill>
            <a:srgbClr val="004E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②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FPC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柔性电路板</a:t>
            </a:r>
          </a:p>
        </p:txBody>
      </p:sp>
      <p:sp>
        <p:nvSpPr>
          <p:cNvPr id="36" name="矩形 35"/>
          <p:cNvSpPr/>
          <p:nvPr/>
        </p:nvSpPr>
        <p:spPr>
          <a:xfrm>
            <a:off x="7449185" y="3108325"/>
            <a:ext cx="3357245" cy="651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517130" y="6704330"/>
            <a:ext cx="3228975" cy="28505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200000"/>
              </a:lnSpc>
            </a:pPr>
            <a:r>
              <a:rPr 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计算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与通信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任务分割</a:t>
            </a:r>
            <a:endParaRPr lang="zh-CN" alt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SOS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为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最高优先级</a:t>
            </a:r>
            <a:endParaRPr lang="zh-CN" alt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紧急响应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永不被阻塞</a:t>
            </a:r>
          </a:p>
        </p:txBody>
      </p:sp>
      <p:sp>
        <p:nvSpPr>
          <p:cNvPr id="41" name="矩形 40"/>
          <p:cNvSpPr/>
          <p:nvPr>
            <p:custDataLst>
              <p:tags r:id="rId5"/>
            </p:custDataLst>
          </p:nvPr>
        </p:nvSpPr>
        <p:spPr>
          <a:xfrm>
            <a:off x="7413625" y="2486025"/>
            <a:ext cx="3425825" cy="7112000"/>
          </a:xfrm>
          <a:prstGeom prst="rect">
            <a:avLst/>
          </a:prstGeom>
          <a:noFill/>
          <a:ln>
            <a:solidFill>
              <a:srgbClr val="013D9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>
            <p:custDataLst>
              <p:tags r:id="rId6"/>
            </p:custDataLst>
          </p:nvPr>
        </p:nvSpPr>
        <p:spPr>
          <a:xfrm>
            <a:off x="7408545" y="2480945"/>
            <a:ext cx="3430905" cy="581660"/>
          </a:xfrm>
          <a:prstGeom prst="rect">
            <a:avLst/>
          </a:prstGeom>
          <a:solidFill>
            <a:srgbClr val="004E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③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FreeRTOS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任务调度</a:t>
            </a:r>
          </a:p>
        </p:txBody>
      </p:sp>
      <p:sp>
        <p:nvSpPr>
          <p:cNvPr id="44" name="矩形 43"/>
          <p:cNvSpPr/>
          <p:nvPr/>
        </p:nvSpPr>
        <p:spPr>
          <a:xfrm>
            <a:off x="11156315" y="3108325"/>
            <a:ext cx="3357245" cy="651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1224260" y="6614795"/>
            <a:ext cx="3228975" cy="29400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深度休眠仅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1.8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mA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实测续航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26h</a:t>
            </a:r>
            <a:endParaRPr lang="zh-CN" alt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演示秋鸿楷" panose="00000500000000000000" pitchFamily="2" charset="-122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续航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提升约6倍</a:t>
            </a:r>
          </a:p>
        </p:txBody>
      </p:sp>
      <p:sp>
        <p:nvSpPr>
          <p:cNvPr id="48" name="矩形 47"/>
          <p:cNvSpPr/>
          <p:nvPr>
            <p:custDataLst>
              <p:tags r:id="rId7"/>
            </p:custDataLst>
          </p:nvPr>
        </p:nvSpPr>
        <p:spPr>
          <a:xfrm>
            <a:off x="11120755" y="2486025"/>
            <a:ext cx="3425825" cy="7112000"/>
          </a:xfrm>
          <a:prstGeom prst="rect">
            <a:avLst/>
          </a:prstGeom>
          <a:noFill/>
          <a:ln>
            <a:solidFill>
              <a:srgbClr val="013D9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>
            <p:custDataLst>
              <p:tags r:id="rId8"/>
            </p:custDataLst>
          </p:nvPr>
        </p:nvSpPr>
        <p:spPr>
          <a:xfrm>
            <a:off x="11115675" y="2480945"/>
            <a:ext cx="3430905" cy="581660"/>
          </a:xfrm>
          <a:prstGeom prst="rect">
            <a:avLst/>
          </a:prstGeom>
          <a:solidFill>
            <a:srgbClr val="004E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④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三级动态功耗管理</a:t>
            </a:r>
          </a:p>
        </p:txBody>
      </p:sp>
      <p:sp>
        <p:nvSpPr>
          <p:cNvPr id="51" name="矩形 50"/>
          <p:cNvSpPr/>
          <p:nvPr/>
        </p:nvSpPr>
        <p:spPr>
          <a:xfrm>
            <a:off x="14737715" y="3111500"/>
            <a:ext cx="3357245" cy="651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4805660" y="7029450"/>
            <a:ext cx="3228975" cy="2528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420ms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端到端延迟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从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监测、分析、预警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到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通知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一气呵成</a:t>
            </a:r>
          </a:p>
        </p:txBody>
      </p:sp>
      <p:sp>
        <p:nvSpPr>
          <p:cNvPr id="53" name="矩形 52"/>
          <p:cNvSpPr/>
          <p:nvPr>
            <p:custDataLst>
              <p:tags r:id="rId9"/>
            </p:custDataLst>
          </p:nvPr>
        </p:nvSpPr>
        <p:spPr>
          <a:xfrm>
            <a:off x="14702155" y="2489200"/>
            <a:ext cx="3425825" cy="7112000"/>
          </a:xfrm>
          <a:prstGeom prst="rect">
            <a:avLst/>
          </a:prstGeom>
          <a:noFill/>
          <a:ln>
            <a:solidFill>
              <a:srgbClr val="013D9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>
            <p:custDataLst>
              <p:tags r:id="rId10"/>
            </p:custDataLst>
          </p:nvPr>
        </p:nvSpPr>
        <p:spPr>
          <a:xfrm>
            <a:off x="14697075" y="2484120"/>
            <a:ext cx="3430905" cy="581660"/>
          </a:xfrm>
          <a:prstGeom prst="rect">
            <a:avLst/>
          </a:prstGeom>
          <a:solidFill>
            <a:srgbClr val="004E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⑤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rPr>
              <a:t>全链路闭环</a:t>
            </a:r>
          </a:p>
        </p:txBody>
      </p:sp>
      <p:pic>
        <p:nvPicPr>
          <p:cNvPr id="68" name="图片 18" descr="IMG_2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32860" y="3111500"/>
            <a:ext cx="3379470" cy="1901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" name="图片 19" descr="IMG_25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0" y="5013325"/>
            <a:ext cx="3411220" cy="19196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" name="图片 7" descr="IMG_25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9230" y="5066665"/>
            <a:ext cx="3331210" cy="1881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" name="图片 3" descr="e60476685ffc44eeb08d8f6a52f974a1"/>
          <p:cNvPicPr>
            <a:picLocks noChangeAspect="1"/>
          </p:cNvPicPr>
          <p:nvPr/>
        </p:nvPicPr>
        <p:blipFill>
          <a:blip r:embed="rId18"/>
          <a:srcRect b="2590"/>
          <a:stretch>
            <a:fillRect/>
          </a:stretch>
        </p:blipFill>
        <p:spPr>
          <a:xfrm>
            <a:off x="7423785" y="3111500"/>
            <a:ext cx="3410585" cy="2104390"/>
          </a:xfrm>
          <a:prstGeom prst="rect">
            <a:avLst/>
          </a:prstGeom>
        </p:spPr>
      </p:pic>
      <p:pic>
        <p:nvPicPr>
          <p:cNvPr id="63" name="图片 63" descr="未命名绘图.drawio (3)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04100" y="5219700"/>
            <a:ext cx="3440430" cy="1456690"/>
          </a:xfrm>
          <a:prstGeom prst="rect">
            <a:avLst/>
          </a:prstGeom>
        </p:spPr>
      </p:pic>
      <p:pic>
        <p:nvPicPr>
          <p:cNvPr id="58" name="图片 33" descr="mermaid-20260501_1326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56315" y="3117215"/>
            <a:ext cx="3359150" cy="3497580"/>
          </a:xfrm>
          <a:prstGeom prst="rect">
            <a:avLst/>
          </a:prstGeom>
        </p:spPr>
      </p:pic>
      <p:pic>
        <p:nvPicPr>
          <p:cNvPr id="59" name="图片 58" descr="未命名绘图.drawio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737715" y="3117215"/>
            <a:ext cx="3333115" cy="3856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40516"/>
            <a:ext cx="18288000" cy="1194043"/>
            <a:chOff x="0" y="340516"/>
            <a:chExt cx="18288000" cy="1194043"/>
          </a:xfrm>
        </p:grpSpPr>
        <p:sp>
          <p:nvSpPr>
            <p:cNvPr id="6" name="矩形: 圆角 38"/>
            <p:cNvSpPr/>
            <p:nvPr/>
          </p:nvSpPr>
          <p:spPr>
            <a:xfrm>
              <a:off x="0" y="473074"/>
              <a:ext cx="18288000" cy="973996"/>
            </a:xfrm>
            <a:custGeom>
              <a:avLst/>
              <a:gdLst>
                <a:gd name="connsiteX0" fmla="*/ 0 w 18288000"/>
                <a:gd name="connsiteY0" fmla="*/ 176089 h 1056510"/>
                <a:gd name="connsiteX1" fmla="*/ 176089 w 18288000"/>
                <a:gd name="connsiteY1" fmla="*/ 0 h 1056510"/>
                <a:gd name="connsiteX2" fmla="*/ 18111911 w 18288000"/>
                <a:gd name="connsiteY2" fmla="*/ 0 h 1056510"/>
                <a:gd name="connsiteX3" fmla="*/ 18288000 w 18288000"/>
                <a:gd name="connsiteY3" fmla="*/ 176089 h 1056510"/>
                <a:gd name="connsiteX4" fmla="*/ 18288000 w 18288000"/>
                <a:gd name="connsiteY4" fmla="*/ 880421 h 1056510"/>
                <a:gd name="connsiteX5" fmla="*/ 18111911 w 18288000"/>
                <a:gd name="connsiteY5" fmla="*/ 1056510 h 1056510"/>
                <a:gd name="connsiteX6" fmla="*/ 176089 w 18288000"/>
                <a:gd name="connsiteY6" fmla="*/ 1056510 h 1056510"/>
                <a:gd name="connsiteX7" fmla="*/ 0 w 18288000"/>
                <a:gd name="connsiteY7" fmla="*/ 880421 h 1056510"/>
                <a:gd name="connsiteX8" fmla="*/ 0 w 18288000"/>
                <a:gd name="connsiteY8" fmla="*/ 176089 h 1056510"/>
                <a:gd name="connsiteX0-1" fmla="*/ 0 w 19500759"/>
                <a:gd name="connsiteY0-2" fmla="*/ 176089 h 1056510"/>
                <a:gd name="connsiteX1-3" fmla="*/ 176089 w 19500759"/>
                <a:gd name="connsiteY1-4" fmla="*/ 0 h 1056510"/>
                <a:gd name="connsiteX2-5" fmla="*/ 18111911 w 19500759"/>
                <a:gd name="connsiteY2-6" fmla="*/ 0 h 1056510"/>
                <a:gd name="connsiteX3-7" fmla="*/ 18288000 w 19500759"/>
                <a:gd name="connsiteY3-8" fmla="*/ 880421 h 1056510"/>
                <a:gd name="connsiteX4-9" fmla="*/ 18111911 w 19500759"/>
                <a:gd name="connsiteY4-10" fmla="*/ 1056510 h 1056510"/>
                <a:gd name="connsiteX5-11" fmla="*/ 176089 w 19500759"/>
                <a:gd name="connsiteY5-12" fmla="*/ 1056510 h 1056510"/>
                <a:gd name="connsiteX6-13" fmla="*/ 0 w 19500759"/>
                <a:gd name="connsiteY6-14" fmla="*/ 880421 h 1056510"/>
                <a:gd name="connsiteX7-15" fmla="*/ 0 w 19500759"/>
                <a:gd name="connsiteY7-16" fmla="*/ 176089 h 1056510"/>
                <a:gd name="connsiteX0-17" fmla="*/ 0 w 20353889"/>
                <a:gd name="connsiteY0-18" fmla="*/ 176089 h 1056510"/>
                <a:gd name="connsiteX1-19" fmla="*/ 176089 w 20353889"/>
                <a:gd name="connsiteY1-20" fmla="*/ 0 h 1056510"/>
                <a:gd name="connsiteX2-21" fmla="*/ 18111911 w 20353889"/>
                <a:gd name="connsiteY2-22" fmla="*/ 0 h 1056510"/>
                <a:gd name="connsiteX3-23" fmla="*/ 18111911 w 20353889"/>
                <a:gd name="connsiteY3-24" fmla="*/ 1056510 h 1056510"/>
                <a:gd name="connsiteX4-25" fmla="*/ 176089 w 20353889"/>
                <a:gd name="connsiteY4-26" fmla="*/ 1056510 h 1056510"/>
                <a:gd name="connsiteX5-27" fmla="*/ 0 w 20353889"/>
                <a:gd name="connsiteY5-28" fmla="*/ 880421 h 1056510"/>
                <a:gd name="connsiteX6-29" fmla="*/ 0 w 20353889"/>
                <a:gd name="connsiteY6-30" fmla="*/ 176089 h 1056510"/>
                <a:gd name="connsiteX0-31" fmla="*/ 0 w 19448322"/>
                <a:gd name="connsiteY0-32" fmla="*/ 176089 h 1057977"/>
                <a:gd name="connsiteX1-33" fmla="*/ 176089 w 19448322"/>
                <a:gd name="connsiteY1-34" fmla="*/ 0 h 1057977"/>
                <a:gd name="connsiteX2-35" fmla="*/ 18111911 w 19448322"/>
                <a:gd name="connsiteY2-36" fmla="*/ 0 h 1057977"/>
                <a:gd name="connsiteX3-37" fmla="*/ 18111911 w 19448322"/>
                <a:gd name="connsiteY3-38" fmla="*/ 1056510 h 1057977"/>
                <a:gd name="connsiteX4-39" fmla="*/ 176089 w 19448322"/>
                <a:gd name="connsiteY4-40" fmla="*/ 1056510 h 1057977"/>
                <a:gd name="connsiteX5-41" fmla="*/ 0 w 19448322"/>
                <a:gd name="connsiteY5-42" fmla="*/ 880421 h 1057977"/>
                <a:gd name="connsiteX6-43" fmla="*/ 0 w 19448322"/>
                <a:gd name="connsiteY6-44" fmla="*/ 176089 h 1057977"/>
                <a:gd name="connsiteX0-45" fmla="*/ 0 w 18138228"/>
                <a:gd name="connsiteY0-46" fmla="*/ 176089 h 1056510"/>
                <a:gd name="connsiteX1-47" fmla="*/ 176089 w 18138228"/>
                <a:gd name="connsiteY1-48" fmla="*/ 0 h 1056510"/>
                <a:gd name="connsiteX2-49" fmla="*/ 18111911 w 18138228"/>
                <a:gd name="connsiteY2-50" fmla="*/ 0 h 1056510"/>
                <a:gd name="connsiteX3-51" fmla="*/ 18111911 w 18138228"/>
                <a:gd name="connsiteY3-52" fmla="*/ 1056510 h 1056510"/>
                <a:gd name="connsiteX4-53" fmla="*/ 176089 w 18138228"/>
                <a:gd name="connsiteY4-54" fmla="*/ 1056510 h 1056510"/>
                <a:gd name="connsiteX5-55" fmla="*/ 0 w 18138228"/>
                <a:gd name="connsiteY5-56" fmla="*/ 880421 h 1056510"/>
                <a:gd name="connsiteX6-57" fmla="*/ 0 w 18138228"/>
                <a:gd name="connsiteY6-58" fmla="*/ 176089 h 1056510"/>
                <a:gd name="connsiteX0-59" fmla="*/ 0 w 18138228"/>
                <a:gd name="connsiteY0-60" fmla="*/ 880421 h 1056510"/>
                <a:gd name="connsiteX1-61" fmla="*/ 176089 w 18138228"/>
                <a:gd name="connsiteY1-62" fmla="*/ 0 h 1056510"/>
                <a:gd name="connsiteX2-63" fmla="*/ 18111911 w 18138228"/>
                <a:gd name="connsiteY2-64" fmla="*/ 0 h 1056510"/>
                <a:gd name="connsiteX3-65" fmla="*/ 18111911 w 18138228"/>
                <a:gd name="connsiteY3-66" fmla="*/ 1056510 h 1056510"/>
                <a:gd name="connsiteX4-67" fmla="*/ 176089 w 18138228"/>
                <a:gd name="connsiteY4-68" fmla="*/ 1056510 h 1056510"/>
                <a:gd name="connsiteX5-69" fmla="*/ 0 w 18138228"/>
                <a:gd name="connsiteY5-70" fmla="*/ 880421 h 1056510"/>
                <a:gd name="connsiteX0-71" fmla="*/ 2241978 w 20204117"/>
                <a:gd name="connsiteY0-72" fmla="*/ 1056510 h 1056510"/>
                <a:gd name="connsiteX1-73" fmla="*/ 2241978 w 20204117"/>
                <a:gd name="connsiteY1-74" fmla="*/ 0 h 1056510"/>
                <a:gd name="connsiteX2-75" fmla="*/ 20177800 w 20204117"/>
                <a:gd name="connsiteY2-76" fmla="*/ 0 h 1056510"/>
                <a:gd name="connsiteX3-77" fmla="*/ 20177800 w 20204117"/>
                <a:gd name="connsiteY3-78" fmla="*/ 1056510 h 1056510"/>
                <a:gd name="connsiteX4-79" fmla="*/ 2241978 w 20204117"/>
                <a:gd name="connsiteY4-80" fmla="*/ 1056510 h 1056510"/>
                <a:gd name="connsiteX0-81" fmla="*/ 1341852 w 19303991"/>
                <a:gd name="connsiteY0-82" fmla="*/ 1334075 h 1334075"/>
                <a:gd name="connsiteX1-83" fmla="*/ 1341852 w 19303991"/>
                <a:gd name="connsiteY1-84" fmla="*/ 277565 h 1334075"/>
                <a:gd name="connsiteX2-85" fmla="*/ 19277674 w 19303991"/>
                <a:gd name="connsiteY2-86" fmla="*/ 277565 h 1334075"/>
                <a:gd name="connsiteX3-87" fmla="*/ 19277674 w 19303991"/>
                <a:gd name="connsiteY3-88" fmla="*/ 1334075 h 1334075"/>
                <a:gd name="connsiteX4-89" fmla="*/ 1341852 w 19303991"/>
                <a:gd name="connsiteY4-90" fmla="*/ 1334075 h 1334075"/>
                <a:gd name="connsiteX0-91" fmla="*/ 29424 w 17991563"/>
                <a:gd name="connsiteY0-92" fmla="*/ 1056510 h 1056510"/>
                <a:gd name="connsiteX1-93" fmla="*/ 29424 w 17991563"/>
                <a:gd name="connsiteY1-94" fmla="*/ 0 h 1056510"/>
                <a:gd name="connsiteX2-95" fmla="*/ 17965246 w 17991563"/>
                <a:gd name="connsiteY2-96" fmla="*/ 0 h 1056510"/>
                <a:gd name="connsiteX3-97" fmla="*/ 17965246 w 17991563"/>
                <a:gd name="connsiteY3-98" fmla="*/ 1056510 h 1056510"/>
                <a:gd name="connsiteX4-99" fmla="*/ 29424 w 17991563"/>
                <a:gd name="connsiteY4-100" fmla="*/ 1056510 h 1056510"/>
                <a:gd name="connsiteX0-101" fmla="*/ 29424 w 17991563"/>
                <a:gd name="connsiteY0-102" fmla="*/ 1056510 h 1056510"/>
                <a:gd name="connsiteX1-103" fmla="*/ 29424 w 17991563"/>
                <a:gd name="connsiteY1-104" fmla="*/ 0 h 1056510"/>
                <a:gd name="connsiteX2-105" fmla="*/ 17965246 w 17991563"/>
                <a:gd name="connsiteY2-106" fmla="*/ 0 h 1056510"/>
                <a:gd name="connsiteX3-107" fmla="*/ 17965246 w 17991563"/>
                <a:gd name="connsiteY3-108" fmla="*/ 1056510 h 1056510"/>
                <a:gd name="connsiteX4-109" fmla="*/ 29424 w 17991563"/>
                <a:gd name="connsiteY4-110" fmla="*/ 1056510 h 10565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7991563" h="1056510">
                  <a:moveTo>
                    <a:pt x="29424" y="1056510"/>
                  </a:moveTo>
                  <a:cubicBezTo>
                    <a:pt x="-29859" y="-1253175"/>
                    <a:pt x="16649" y="2028332"/>
                    <a:pt x="29424" y="0"/>
                  </a:cubicBezTo>
                  <a:lnTo>
                    <a:pt x="17965246" y="0"/>
                  </a:lnTo>
                  <a:cubicBezTo>
                    <a:pt x="18000335" y="1559408"/>
                    <a:pt x="18000336" y="-643575"/>
                    <a:pt x="17965246" y="1056510"/>
                  </a:cubicBezTo>
                  <a:lnTo>
                    <a:pt x="29424" y="1056510"/>
                  </a:lnTo>
                  <a:close/>
                </a:path>
              </a:pathLst>
            </a:custGeom>
            <a:solidFill>
              <a:srgbClr val="4F81BD">
                <a:alpha val="1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/>
              <a:endParaRPr lang="zh-CN" altLang="en-US">
                <a:solidFill>
                  <a:prstClr val="white"/>
                </a:solidFill>
                <a:latin typeface="思源宋体 CN SemiBold" panose="02020600000000000000" charset="-122"/>
                <a:ea typeface="思源宋体 CN SemiBold" panose="02020600000000000000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810000" y="673442"/>
              <a:ext cx="6324600" cy="547088"/>
              <a:chOff x="3810000" y="673442"/>
              <a:chExt cx="6324600" cy="547088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7708500" y="673442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核心算法</a:t>
                </a: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38100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0" name="直接连接符 9"/>
              <p:cNvCxnSpPr/>
              <p:nvPr/>
            </p:nvCxnSpPr>
            <p:spPr>
              <a:xfrm>
                <a:off x="7086600" y="784812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1" name="直接连接符 10"/>
              <p:cNvCxnSpPr/>
              <p:nvPr/>
            </p:nvCxnSpPr>
            <p:spPr>
              <a:xfrm>
                <a:off x="10134600" y="769995"/>
                <a:ext cx="0" cy="350520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2B4494">
                        <a:alpha val="0"/>
                      </a:srgbClr>
                    </a:gs>
                    <a:gs pos="50000">
                      <a:srgbClr val="2B4494"/>
                    </a:gs>
                    <a:gs pos="100000">
                      <a:srgbClr val="2B4494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2" name="文本框 11"/>
              <p:cNvSpPr txBox="1"/>
              <p:nvPr/>
            </p:nvSpPr>
            <p:spPr>
              <a:xfrm>
                <a:off x="4572000" y="698560"/>
                <a:ext cx="1728000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371600">
                  <a:defRPr/>
                </a:pPr>
                <a:r>
                  <a:rPr lang="zh-CN" altLang="en-US" sz="2800" b="1" dirty="0">
                    <a:solidFill>
                      <a:srgbClr val="004EA1"/>
                    </a:solidFill>
                    <a:latin typeface="思源宋体 CN SemiBold" panose="02020600000000000000" charset="-122"/>
                    <a:ea typeface="思源宋体 CN SemiBold" panose="02020600000000000000" charset="-122"/>
                    <a:cs typeface="Times New Roman" panose="02020603050405020304" pitchFamily="18" charset="0"/>
                  </a:rPr>
                  <a:t>系统设计</a:t>
                </a:r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13182600" y="754380"/>
              <a:ext cx="0" cy="35052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2B4494">
                      <a:alpha val="0"/>
                    </a:srgbClr>
                  </a:gs>
                  <a:gs pos="50000">
                    <a:srgbClr val="2B4494"/>
                  </a:gs>
                  <a:gs pos="100000">
                    <a:srgbClr val="2B4494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4" name="任意多边形: 形状 90"/>
            <p:cNvSpPr/>
            <p:nvPr/>
          </p:nvSpPr>
          <p:spPr>
            <a:xfrm>
              <a:off x="10058400" y="340516"/>
              <a:ext cx="3127011" cy="1194043"/>
            </a:xfrm>
            <a:custGeom>
              <a:avLst/>
              <a:gdLst>
                <a:gd name="connsiteX0" fmla="*/ 511280 w 2363999"/>
                <a:gd name="connsiteY0" fmla="*/ 546927 h 571342"/>
                <a:gd name="connsiteX1" fmla="*/ 511282 w 2363999"/>
                <a:gd name="connsiteY1" fmla="*/ 546928 h 571342"/>
                <a:gd name="connsiteX2" fmla="*/ 1852722 w 2363999"/>
                <a:gd name="connsiteY2" fmla="*/ 546928 h 571342"/>
                <a:gd name="connsiteX3" fmla="*/ 1852725 w 2363999"/>
                <a:gd name="connsiteY3" fmla="*/ 546927 h 571342"/>
                <a:gd name="connsiteX4" fmla="*/ 1896952 w 2363999"/>
                <a:gd name="connsiteY4" fmla="*/ 538436 h 571342"/>
                <a:gd name="connsiteX5" fmla="*/ 1867843 w 2363999"/>
                <a:gd name="connsiteY5" fmla="*/ 544282 h 571342"/>
                <a:gd name="connsiteX6" fmla="*/ 1895198 w 2363999"/>
                <a:gd name="connsiteY6" fmla="*/ 539495 h 571342"/>
                <a:gd name="connsiteX7" fmla="*/ 1925868 w 2363999"/>
                <a:gd name="connsiteY7" fmla="*/ 520703 h 571342"/>
                <a:gd name="connsiteX8" fmla="*/ 1903687 w 2363999"/>
                <a:gd name="connsiteY8" fmla="*/ 534368 h 571342"/>
                <a:gd name="connsiteX9" fmla="*/ 1925543 w 2363999"/>
                <a:gd name="connsiteY9" fmla="*/ 521167 h 571342"/>
                <a:gd name="connsiteX10" fmla="*/ 392635 w 2363999"/>
                <a:gd name="connsiteY10" fmla="*/ 401767 h 571342"/>
                <a:gd name="connsiteX11" fmla="*/ 403269 w 2363999"/>
                <a:gd name="connsiteY11" fmla="*/ 448847 h 571342"/>
                <a:gd name="connsiteX12" fmla="*/ 394023 w 2363999"/>
                <a:gd name="connsiteY12" fmla="*/ 405691 h 571342"/>
                <a:gd name="connsiteX13" fmla="*/ 2015163 w 2363999"/>
                <a:gd name="connsiteY13" fmla="*/ 237969 h 571342"/>
                <a:gd name="connsiteX14" fmla="*/ 2008503 w 2363999"/>
                <a:gd name="connsiteY14" fmla="*/ 256760 h 571342"/>
                <a:gd name="connsiteX15" fmla="*/ 2005802 w 2363999"/>
                <a:gd name="connsiteY15" fmla="*/ 266702 h 571342"/>
                <a:gd name="connsiteX16" fmla="*/ 265870 w 2363999"/>
                <a:gd name="connsiteY16" fmla="*/ 65658 h 571342"/>
                <a:gd name="connsiteX17" fmla="*/ 265911 w 2363999"/>
                <a:gd name="connsiteY17" fmla="*/ 65718 h 571342"/>
                <a:gd name="connsiteX18" fmla="*/ 265878 w 2363999"/>
                <a:gd name="connsiteY18" fmla="*/ 65666 h 571342"/>
                <a:gd name="connsiteX19" fmla="*/ 2135985 w 2363999"/>
                <a:gd name="connsiteY19" fmla="*/ 28244 h 571342"/>
                <a:gd name="connsiteX20" fmla="*/ 2133654 w 2363999"/>
                <a:gd name="connsiteY20" fmla="*/ 29611 h 571342"/>
                <a:gd name="connsiteX21" fmla="*/ 2132127 w 2363999"/>
                <a:gd name="connsiteY21" fmla="*/ 31186 h 571342"/>
                <a:gd name="connsiteX22" fmla="*/ 225027 w 2363999"/>
                <a:gd name="connsiteY22" fmla="*/ 26112 h 571342"/>
                <a:gd name="connsiteX23" fmla="*/ 234357 w 2363999"/>
                <a:gd name="connsiteY23" fmla="*/ 33223 h 571342"/>
                <a:gd name="connsiteX24" fmla="*/ 230650 w 2363999"/>
                <a:gd name="connsiteY24" fmla="*/ 29406 h 571342"/>
                <a:gd name="connsiteX25" fmla="*/ 2172602 w 2363999"/>
                <a:gd name="connsiteY25" fmla="*/ 7291 h 571342"/>
                <a:gd name="connsiteX26" fmla="*/ 2171251 w 2363999"/>
                <a:gd name="connsiteY26" fmla="*/ 7547 h 571342"/>
                <a:gd name="connsiteX27" fmla="*/ 2168355 w 2363999"/>
                <a:gd name="connsiteY27" fmla="*/ 9246 h 571342"/>
                <a:gd name="connsiteX28" fmla="*/ 190309 w 2363999"/>
                <a:gd name="connsiteY28" fmla="*/ 6887 h 571342"/>
                <a:gd name="connsiteX29" fmla="*/ 199179 w 2363999"/>
                <a:gd name="connsiteY29" fmla="*/ 10969 h 571342"/>
                <a:gd name="connsiteX30" fmla="*/ 193099 w 2363999"/>
                <a:gd name="connsiteY30" fmla="*/ 7406 h 571342"/>
                <a:gd name="connsiteX31" fmla="*/ 153333 w 2363999"/>
                <a:gd name="connsiteY31" fmla="*/ 0 h 571342"/>
                <a:gd name="connsiteX32" fmla="*/ 2211154 w 2363999"/>
                <a:gd name="connsiteY32" fmla="*/ 0 h 571342"/>
                <a:gd name="connsiteX33" fmla="*/ 2208720 w 2363999"/>
                <a:gd name="connsiteY33" fmla="*/ 460 h 571342"/>
                <a:gd name="connsiteX34" fmla="*/ 2235119 w 2363999"/>
                <a:gd name="connsiteY34" fmla="*/ 2694 h 571342"/>
                <a:gd name="connsiteX35" fmla="*/ 2363999 w 2363999"/>
                <a:gd name="connsiteY35" fmla="*/ 91319 h 571342"/>
                <a:gd name="connsiteX36" fmla="*/ 2343005 w 2363999"/>
                <a:gd name="connsiteY36" fmla="*/ 91319 h 571342"/>
                <a:gd name="connsiteX37" fmla="*/ 1981149 w 2363999"/>
                <a:gd name="connsiteY37" fmla="*/ 464889 h 571342"/>
                <a:gd name="connsiteX38" fmla="*/ 1854676 w 2363999"/>
                <a:gd name="connsiteY38" fmla="*/ 571342 h 571342"/>
                <a:gd name="connsiteX39" fmla="*/ 511282 w 2363999"/>
                <a:gd name="connsiteY39" fmla="*/ 571342 h 571342"/>
                <a:gd name="connsiteX40" fmla="*/ 383337 w 2363999"/>
                <a:gd name="connsiteY40" fmla="*/ 464402 h 571342"/>
                <a:gd name="connsiteX41" fmla="*/ 20999 w 2363999"/>
                <a:gd name="connsiteY41" fmla="*/ 91319 h 571342"/>
                <a:gd name="connsiteX42" fmla="*/ 0 w 2363999"/>
                <a:gd name="connsiteY42" fmla="*/ 91319 h 571342"/>
                <a:gd name="connsiteX43" fmla="*/ 128675 w 2363999"/>
                <a:gd name="connsiteY43" fmla="*/ 2694 h 571342"/>
                <a:gd name="connsiteX44" fmla="*/ 155574 w 2363999"/>
                <a:gd name="connsiteY44" fmla="*/ 417 h 571342"/>
                <a:gd name="connsiteX0-1" fmla="*/ 511280 w 2363999"/>
                <a:gd name="connsiteY0-2" fmla="*/ 546927 h 571342"/>
                <a:gd name="connsiteX1-3" fmla="*/ 511282 w 2363999"/>
                <a:gd name="connsiteY1-4" fmla="*/ 546928 h 571342"/>
                <a:gd name="connsiteX2-5" fmla="*/ 1852722 w 2363999"/>
                <a:gd name="connsiteY2-6" fmla="*/ 546928 h 571342"/>
                <a:gd name="connsiteX3-7" fmla="*/ 1852725 w 2363999"/>
                <a:gd name="connsiteY3-8" fmla="*/ 546927 h 571342"/>
                <a:gd name="connsiteX4-9" fmla="*/ 511280 w 2363999"/>
                <a:gd name="connsiteY4-10" fmla="*/ 546927 h 571342"/>
                <a:gd name="connsiteX5-11" fmla="*/ 1896952 w 2363999"/>
                <a:gd name="connsiteY5-12" fmla="*/ 538436 h 571342"/>
                <a:gd name="connsiteX6-13" fmla="*/ 1867843 w 2363999"/>
                <a:gd name="connsiteY6-14" fmla="*/ 544282 h 571342"/>
                <a:gd name="connsiteX7-15" fmla="*/ 1895198 w 2363999"/>
                <a:gd name="connsiteY7-16" fmla="*/ 539495 h 571342"/>
                <a:gd name="connsiteX8-17" fmla="*/ 1896952 w 2363999"/>
                <a:gd name="connsiteY8-18" fmla="*/ 538436 h 571342"/>
                <a:gd name="connsiteX9-19" fmla="*/ 1925868 w 2363999"/>
                <a:gd name="connsiteY9-20" fmla="*/ 520703 h 571342"/>
                <a:gd name="connsiteX10-21" fmla="*/ 1903687 w 2363999"/>
                <a:gd name="connsiteY10-22" fmla="*/ 534368 h 571342"/>
                <a:gd name="connsiteX11-23" fmla="*/ 1925543 w 2363999"/>
                <a:gd name="connsiteY11-24" fmla="*/ 521167 h 571342"/>
                <a:gd name="connsiteX12-25" fmla="*/ 1925868 w 2363999"/>
                <a:gd name="connsiteY12-26" fmla="*/ 520703 h 571342"/>
                <a:gd name="connsiteX13-27" fmla="*/ 392635 w 2363999"/>
                <a:gd name="connsiteY13-28" fmla="*/ 401767 h 571342"/>
                <a:gd name="connsiteX14-29" fmla="*/ 403269 w 2363999"/>
                <a:gd name="connsiteY14-30" fmla="*/ 448847 h 571342"/>
                <a:gd name="connsiteX15-31" fmla="*/ 394023 w 2363999"/>
                <a:gd name="connsiteY15-32" fmla="*/ 405691 h 571342"/>
                <a:gd name="connsiteX16-33" fmla="*/ 392635 w 2363999"/>
                <a:gd name="connsiteY16-34" fmla="*/ 401767 h 571342"/>
                <a:gd name="connsiteX17-35" fmla="*/ 2015163 w 2363999"/>
                <a:gd name="connsiteY17-36" fmla="*/ 237969 h 571342"/>
                <a:gd name="connsiteX18-37" fmla="*/ 2008503 w 2363999"/>
                <a:gd name="connsiteY18-38" fmla="*/ 256760 h 571342"/>
                <a:gd name="connsiteX19-39" fmla="*/ 2005802 w 2363999"/>
                <a:gd name="connsiteY19-40" fmla="*/ 266702 h 571342"/>
                <a:gd name="connsiteX20-41" fmla="*/ 2015163 w 2363999"/>
                <a:gd name="connsiteY20-42" fmla="*/ 237969 h 571342"/>
                <a:gd name="connsiteX21-43" fmla="*/ 265870 w 2363999"/>
                <a:gd name="connsiteY21-44" fmla="*/ 65658 h 571342"/>
                <a:gd name="connsiteX22-45" fmla="*/ 265911 w 2363999"/>
                <a:gd name="connsiteY22-46" fmla="*/ 65718 h 571342"/>
                <a:gd name="connsiteX23-47" fmla="*/ 265878 w 2363999"/>
                <a:gd name="connsiteY23-48" fmla="*/ 65666 h 571342"/>
                <a:gd name="connsiteX24-49" fmla="*/ 265870 w 2363999"/>
                <a:gd name="connsiteY24-50" fmla="*/ 65658 h 571342"/>
                <a:gd name="connsiteX25-51" fmla="*/ 2135985 w 2363999"/>
                <a:gd name="connsiteY25-52" fmla="*/ 28244 h 571342"/>
                <a:gd name="connsiteX26-53" fmla="*/ 2133654 w 2363999"/>
                <a:gd name="connsiteY26-54" fmla="*/ 29611 h 571342"/>
                <a:gd name="connsiteX27-55" fmla="*/ 2132127 w 2363999"/>
                <a:gd name="connsiteY27-56" fmla="*/ 31186 h 571342"/>
                <a:gd name="connsiteX28-57" fmla="*/ 2135985 w 2363999"/>
                <a:gd name="connsiteY28-58" fmla="*/ 28244 h 571342"/>
                <a:gd name="connsiteX29-59" fmla="*/ 225027 w 2363999"/>
                <a:gd name="connsiteY29-60" fmla="*/ 26112 h 571342"/>
                <a:gd name="connsiteX30-61" fmla="*/ 234357 w 2363999"/>
                <a:gd name="connsiteY30-62" fmla="*/ 33223 h 571342"/>
                <a:gd name="connsiteX31-63" fmla="*/ 230650 w 2363999"/>
                <a:gd name="connsiteY31-64" fmla="*/ 29406 h 571342"/>
                <a:gd name="connsiteX32-65" fmla="*/ 225027 w 2363999"/>
                <a:gd name="connsiteY32-66" fmla="*/ 26112 h 571342"/>
                <a:gd name="connsiteX33-67" fmla="*/ 2172602 w 2363999"/>
                <a:gd name="connsiteY33-68" fmla="*/ 7291 h 571342"/>
                <a:gd name="connsiteX34-69" fmla="*/ 2171251 w 2363999"/>
                <a:gd name="connsiteY34-70" fmla="*/ 7547 h 571342"/>
                <a:gd name="connsiteX35-71" fmla="*/ 2168355 w 2363999"/>
                <a:gd name="connsiteY35-72" fmla="*/ 9246 h 571342"/>
                <a:gd name="connsiteX36-73" fmla="*/ 2172602 w 2363999"/>
                <a:gd name="connsiteY36-74" fmla="*/ 7291 h 571342"/>
                <a:gd name="connsiteX37-75" fmla="*/ 190309 w 2363999"/>
                <a:gd name="connsiteY37-76" fmla="*/ 6887 h 571342"/>
                <a:gd name="connsiteX38-77" fmla="*/ 199179 w 2363999"/>
                <a:gd name="connsiteY38-78" fmla="*/ 10969 h 571342"/>
                <a:gd name="connsiteX39-79" fmla="*/ 193099 w 2363999"/>
                <a:gd name="connsiteY39-80" fmla="*/ 7406 h 571342"/>
                <a:gd name="connsiteX40-81" fmla="*/ 190309 w 2363999"/>
                <a:gd name="connsiteY40-82" fmla="*/ 6887 h 571342"/>
                <a:gd name="connsiteX41-83" fmla="*/ 153333 w 2363999"/>
                <a:gd name="connsiteY41-84" fmla="*/ 0 h 571342"/>
                <a:gd name="connsiteX42-85" fmla="*/ 2211154 w 2363999"/>
                <a:gd name="connsiteY42-86" fmla="*/ 0 h 571342"/>
                <a:gd name="connsiteX43-87" fmla="*/ 2208720 w 2363999"/>
                <a:gd name="connsiteY43-88" fmla="*/ 460 h 571342"/>
                <a:gd name="connsiteX44-89" fmla="*/ 2235119 w 2363999"/>
                <a:gd name="connsiteY44-90" fmla="*/ 2694 h 571342"/>
                <a:gd name="connsiteX45" fmla="*/ 2363999 w 2363999"/>
                <a:gd name="connsiteY45" fmla="*/ 91319 h 571342"/>
                <a:gd name="connsiteX46" fmla="*/ 2343005 w 2363999"/>
                <a:gd name="connsiteY46" fmla="*/ 91319 h 571342"/>
                <a:gd name="connsiteX47" fmla="*/ 1981149 w 2363999"/>
                <a:gd name="connsiteY47" fmla="*/ 464889 h 571342"/>
                <a:gd name="connsiteX48" fmla="*/ 1854676 w 2363999"/>
                <a:gd name="connsiteY48" fmla="*/ 571342 h 571342"/>
                <a:gd name="connsiteX49" fmla="*/ 511282 w 2363999"/>
                <a:gd name="connsiteY49" fmla="*/ 571342 h 571342"/>
                <a:gd name="connsiteX50" fmla="*/ 383337 w 2363999"/>
                <a:gd name="connsiteY50" fmla="*/ 464402 h 571342"/>
                <a:gd name="connsiteX51" fmla="*/ 20999 w 2363999"/>
                <a:gd name="connsiteY51" fmla="*/ 91319 h 571342"/>
                <a:gd name="connsiteX52" fmla="*/ 0 w 2363999"/>
                <a:gd name="connsiteY52" fmla="*/ 91319 h 571342"/>
                <a:gd name="connsiteX53" fmla="*/ 128675 w 2363999"/>
                <a:gd name="connsiteY53" fmla="*/ 2694 h 571342"/>
                <a:gd name="connsiteX54" fmla="*/ 155574 w 2363999"/>
                <a:gd name="connsiteY54" fmla="*/ 417 h 571342"/>
                <a:gd name="connsiteX55" fmla="*/ 153333 w 2363999"/>
                <a:gd name="connsiteY55" fmla="*/ 0 h 571342"/>
                <a:gd name="connsiteX0-91" fmla="*/ 511280 w 2363999"/>
                <a:gd name="connsiteY0-92" fmla="*/ 546927 h 571342"/>
                <a:gd name="connsiteX1-93" fmla="*/ 511282 w 2363999"/>
                <a:gd name="connsiteY1-94" fmla="*/ 546928 h 571342"/>
                <a:gd name="connsiteX2-95" fmla="*/ 1852722 w 2363999"/>
                <a:gd name="connsiteY2-96" fmla="*/ 546928 h 571342"/>
                <a:gd name="connsiteX3-97" fmla="*/ 1852725 w 2363999"/>
                <a:gd name="connsiteY3-98" fmla="*/ 546927 h 571342"/>
                <a:gd name="connsiteX4-99" fmla="*/ 511280 w 2363999"/>
                <a:gd name="connsiteY4-100" fmla="*/ 546927 h 571342"/>
                <a:gd name="connsiteX5-101" fmla="*/ 1896952 w 2363999"/>
                <a:gd name="connsiteY5-102" fmla="*/ 538436 h 571342"/>
                <a:gd name="connsiteX6-103" fmla="*/ 1867843 w 2363999"/>
                <a:gd name="connsiteY6-104" fmla="*/ 544282 h 571342"/>
                <a:gd name="connsiteX7-105" fmla="*/ 1895198 w 2363999"/>
                <a:gd name="connsiteY7-106" fmla="*/ 539495 h 571342"/>
                <a:gd name="connsiteX8-107" fmla="*/ 1896952 w 2363999"/>
                <a:gd name="connsiteY8-108" fmla="*/ 538436 h 571342"/>
                <a:gd name="connsiteX9-109" fmla="*/ 1925868 w 2363999"/>
                <a:gd name="connsiteY9-110" fmla="*/ 520703 h 571342"/>
                <a:gd name="connsiteX10-111" fmla="*/ 1903687 w 2363999"/>
                <a:gd name="connsiteY10-112" fmla="*/ 534368 h 571342"/>
                <a:gd name="connsiteX11-113" fmla="*/ 1925543 w 2363999"/>
                <a:gd name="connsiteY11-114" fmla="*/ 521167 h 571342"/>
                <a:gd name="connsiteX12-115" fmla="*/ 1925868 w 2363999"/>
                <a:gd name="connsiteY12-116" fmla="*/ 520703 h 571342"/>
                <a:gd name="connsiteX13-117" fmla="*/ 392635 w 2363999"/>
                <a:gd name="connsiteY13-118" fmla="*/ 401767 h 571342"/>
                <a:gd name="connsiteX14-119" fmla="*/ 403269 w 2363999"/>
                <a:gd name="connsiteY14-120" fmla="*/ 448847 h 571342"/>
                <a:gd name="connsiteX15-121" fmla="*/ 394023 w 2363999"/>
                <a:gd name="connsiteY15-122" fmla="*/ 405691 h 571342"/>
                <a:gd name="connsiteX16-123" fmla="*/ 392635 w 2363999"/>
                <a:gd name="connsiteY16-124" fmla="*/ 401767 h 571342"/>
                <a:gd name="connsiteX17-125" fmla="*/ 2015163 w 2363999"/>
                <a:gd name="connsiteY17-126" fmla="*/ 237969 h 571342"/>
                <a:gd name="connsiteX18-127" fmla="*/ 2008503 w 2363999"/>
                <a:gd name="connsiteY18-128" fmla="*/ 256760 h 571342"/>
                <a:gd name="connsiteX19-129" fmla="*/ 2005802 w 2363999"/>
                <a:gd name="connsiteY19-130" fmla="*/ 266702 h 571342"/>
                <a:gd name="connsiteX20-131" fmla="*/ 2015163 w 2363999"/>
                <a:gd name="connsiteY20-132" fmla="*/ 237969 h 571342"/>
                <a:gd name="connsiteX21-133" fmla="*/ 265870 w 2363999"/>
                <a:gd name="connsiteY21-134" fmla="*/ 65658 h 571342"/>
                <a:gd name="connsiteX22-135" fmla="*/ 265911 w 2363999"/>
                <a:gd name="connsiteY22-136" fmla="*/ 65718 h 571342"/>
                <a:gd name="connsiteX23-137" fmla="*/ 265878 w 2363999"/>
                <a:gd name="connsiteY23-138" fmla="*/ 65666 h 571342"/>
                <a:gd name="connsiteX24-139" fmla="*/ 265870 w 2363999"/>
                <a:gd name="connsiteY24-140" fmla="*/ 65658 h 571342"/>
                <a:gd name="connsiteX25-141" fmla="*/ 2135985 w 2363999"/>
                <a:gd name="connsiteY25-142" fmla="*/ 28244 h 571342"/>
                <a:gd name="connsiteX26-143" fmla="*/ 2133654 w 2363999"/>
                <a:gd name="connsiteY26-144" fmla="*/ 29611 h 571342"/>
                <a:gd name="connsiteX27-145" fmla="*/ 2132127 w 2363999"/>
                <a:gd name="connsiteY27-146" fmla="*/ 31186 h 571342"/>
                <a:gd name="connsiteX28-147" fmla="*/ 2135985 w 2363999"/>
                <a:gd name="connsiteY28-148" fmla="*/ 28244 h 571342"/>
                <a:gd name="connsiteX29-149" fmla="*/ 225027 w 2363999"/>
                <a:gd name="connsiteY29-150" fmla="*/ 26112 h 571342"/>
                <a:gd name="connsiteX30-151" fmla="*/ 234357 w 2363999"/>
                <a:gd name="connsiteY30-152" fmla="*/ 33223 h 571342"/>
                <a:gd name="connsiteX31-153" fmla="*/ 230650 w 2363999"/>
                <a:gd name="connsiteY31-154" fmla="*/ 29406 h 571342"/>
                <a:gd name="connsiteX32-155" fmla="*/ 225027 w 2363999"/>
                <a:gd name="connsiteY32-156" fmla="*/ 26112 h 571342"/>
                <a:gd name="connsiteX33-157" fmla="*/ 2172602 w 2363999"/>
                <a:gd name="connsiteY33-158" fmla="*/ 7291 h 571342"/>
                <a:gd name="connsiteX34-159" fmla="*/ 2171251 w 2363999"/>
                <a:gd name="connsiteY34-160" fmla="*/ 7547 h 571342"/>
                <a:gd name="connsiteX35-161" fmla="*/ 2168355 w 2363999"/>
                <a:gd name="connsiteY35-162" fmla="*/ 9246 h 571342"/>
                <a:gd name="connsiteX36-163" fmla="*/ 2172602 w 2363999"/>
                <a:gd name="connsiteY36-164" fmla="*/ 7291 h 571342"/>
                <a:gd name="connsiteX37-165" fmla="*/ 190309 w 2363999"/>
                <a:gd name="connsiteY37-166" fmla="*/ 6887 h 571342"/>
                <a:gd name="connsiteX38-167" fmla="*/ 199179 w 2363999"/>
                <a:gd name="connsiteY38-168" fmla="*/ 10969 h 571342"/>
                <a:gd name="connsiteX39-169" fmla="*/ 193099 w 2363999"/>
                <a:gd name="connsiteY39-170" fmla="*/ 7406 h 571342"/>
                <a:gd name="connsiteX40-171" fmla="*/ 190309 w 2363999"/>
                <a:gd name="connsiteY40-172" fmla="*/ 6887 h 571342"/>
                <a:gd name="connsiteX41-173" fmla="*/ 153333 w 2363999"/>
                <a:gd name="connsiteY41-174" fmla="*/ 0 h 571342"/>
                <a:gd name="connsiteX42-175" fmla="*/ 2211154 w 2363999"/>
                <a:gd name="connsiteY42-176" fmla="*/ 0 h 571342"/>
                <a:gd name="connsiteX43-177" fmla="*/ 2208720 w 2363999"/>
                <a:gd name="connsiteY43-178" fmla="*/ 460 h 571342"/>
                <a:gd name="connsiteX44-179" fmla="*/ 2235119 w 2363999"/>
                <a:gd name="connsiteY44-180" fmla="*/ 2694 h 571342"/>
                <a:gd name="connsiteX45-181" fmla="*/ 2363999 w 2363999"/>
                <a:gd name="connsiteY45-182" fmla="*/ 91319 h 571342"/>
                <a:gd name="connsiteX46-183" fmla="*/ 2343005 w 2363999"/>
                <a:gd name="connsiteY46-184" fmla="*/ 91319 h 571342"/>
                <a:gd name="connsiteX47-185" fmla="*/ 1981149 w 2363999"/>
                <a:gd name="connsiteY47-186" fmla="*/ 464889 h 571342"/>
                <a:gd name="connsiteX48-187" fmla="*/ 1854676 w 2363999"/>
                <a:gd name="connsiteY48-188" fmla="*/ 571342 h 571342"/>
                <a:gd name="connsiteX49-189" fmla="*/ 511282 w 2363999"/>
                <a:gd name="connsiteY49-190" fmla="*/ 571342 h 571342"/>
                <a:gd name="connsiteX50-191" fmla="*/ 421847 w 2363999"/>
                <a:gd name="connsiteY50-192" fmla="*/ 460528 h 571342"/>
                <a:gd name="connsiteX51-193" fmla="*/ 20999 w 2363999"/>
                <a:gd name="connsiteY51-194" fmla="*/ 91319 h 571342"/>
                <a:gd name="connsiteX52-195" fmla="*/ 0 w 2363999"/>
                <a:gd name="connsiteY52-196" fmla="*/ 91319 h 571342"/>
                <a:gd name="connsiteX53-197" fmla="*/ 128675 w 2363999"/>
                <a:gd name="connsiteY53-198" fmla="*/ 2694 h 571342"/>
                <a:gd name="connsiteX54-199" fmla="*/ 155574 w 2363999"/>
                <a:gd name="connsiteY54-200" fmla="*/ 417 h 571342"/>
                <a:gd name="connsiteX55-201" fmla="*/ 153333 w 2363999"/>
                <a:gd name="connsiteY55-202" fmla="*/ 0 h 571342"/>
                <a:gd name="connsiteX0-203" fmla="*/ 511280 w 2363999"/>
                <a:gd name="connsiteY0-204" fmla="*/ 546927 h 571342"/>
                <a:gd name="connsiteX1-205" fmla="*/ 511282 w 2363999"/>
                <a:gd name="connsiteY1-206" fmla="*/ 546928 h 571342"/>
                <a:gd name="connsiteX2-207" fmla="*/ 1852722 w 2363999"/>
                <a:gd name="connsiteY2-208" fmla="*/ 546928 h 571342"/>
                <a:gd name="connsiteX3-209" fmla="*/ 1852725 w 2363999"/>
                <a:gd name="connsiteY3-210" fmla="*/ 546927 h 571342"/>
                <a:gd name="connsiteX4-211" fmla="*/ 511280 w 2363999"/>
                <a:gd name="connsiteY4-212" fmla="*/ 546927 h 571342"/>
                <a:gd name="connsiteX5-213" fmla="*/ 1896952 w 2363999"/>
                <a:gd name="connsiteY5-214" fmla="*/ 538436 h 571342"/>
                <a:gd name="connsiteX6-215" fmla="*/ 1867843 w 2363999"/>
                <a:gd name="connsiteY6-216" fmla="*/ 544282 h 571342"/>
                <a:gd name="connsiteX7-217" fmla="*/ 1895198 w 2363999"/>
                <a:gd name="connsiteY7-218" fmla="*/ 539495 h 571342"/>
                <a:gd name="connsiteX8-219" fmla="*/ 1896952 w 2363999"/>
                <a:gd name="connsiteY8-220" fmla="*/ 538436 h 571342"/>
                <a:gd name="connsiteX9-221" fmla="*/ 1925868 w 2363999"/>
                <a:gd name="connsiteY9-222" fmla="*/ 520703 h 571342"/>
                <a:gd name="connsiteX10-223" fmla="*/ 1903687 w 2363999"/>
                <a:gd name="connsiteY10-224" fmla="*/ 534368 h 571342"/>
                <a:gd name="connsiteX11-225" fmla="*/ 1925543 w 2363999"/>
                <a:gd name="connsiteY11-226" fmla="*/ 521167 h 571342"/>
                <a:gd name="connsiteX12-227" fmla="*/ 1925868 w 2363999"/>
                <a:gd name="connsiteY12-228" fmla="*/ 520703 h 571342"/>
                <a:gd name="connsiteX13-229" fmla="*/ 394023 w 2363999"/>
                <a:gd name="connsiteY13-230" fmla="*/ 405691 h 571342"/>
                <a:gd name="connsiteX14-231" fmla="*/ 403269 w 2363999"/>
                <a:gd name="connsiteY14-232" fmla="*/ 448847 h 571342"/>
                <a:gd name="connsiteX15-233" fmla="*/ 394023 w 2363999"/>
                <a:gd name="connsiteY15-234" fmla="*/ 405691 h 571342"/>
                <a:gd name="connsiteX16-235" fmla="*/ 2015163 w 2363999"/>
                <a:gd name="connsiteY16-236" fmla="*/ 237969 h 571342"/>
                <a:gd name="connsiteX17-237" fmla="*/ 2008503 w 2363999"/>
                <a:gd name="connsiteY17-238" fmla="*/ 256760 h 571342"/>
                <a:gd name="connsiteX18-239" fmla="*/ 2005802 w 2363999"/>
                <a:gd name="connsiteY18-240" fmla="*/ 266702 h 571342"/>
                <a:gd name="connsiteX19-241" fmla="*/ 2015163 w 2363999"/>
                <a:gd name="connsiteY19-242" fmla="*/ 237969 h 571342"/>
                <a:gd name="connsiteX20-243" fmla="*/ 265870 w 2363999"/>
                <a:gd name="connsiteY20-244" fmla="*/ 65658 h 571342"/>
                <a:gd name="connsiteX21-245" fmla="*/ 265911 w 2363999"/>
                <a:gd name="connsiteY21-246" fmla="*/ 65718 h 571342"/>
                <a:gd name="connsiteX22-247" fmla="*/ 265878 w 2363999"/>
                <a:gd name="connsiteY22-248" fmla="*/ 65666 h 571342"/>
                <a:gd name="connsiteX23-249" fmla="*/ 265870 w 2363999"/>
                <a:gd name="connsiteY23-250" fmla="*/ 65658 h 571342"/>
                <a:gd name="connsiteX24-251" fmla="*/ 2135985 w 2363999"/>
                <a:gd name="connsiteY24-252" fmla="*/ 28244 h 571342"/>
                <a:gd name="connsiteX25-253" fmla="*/ 2133654 w 2363999"/>
                <a:gd name="connsiteY25-254" fmla="*/ 29611 h 571342"/>
                <a:gd name="connsiteX26-255" fmla="*/ 2132127 w 2363999"/>
                <a:gd name="connsiteY26-256" fmla="*/ 31186 h 571342"/>
                <a:gd name="connsiteX27-257" fmla="*/ 2135985 w 2363999"/>
                <a:gd name="connsiteY27-258" fmla="*/ 28244 h 571342"/>
                <a:gd name="connsiteX28-259" fmla="*/ 225027 w 2363999"/>
                <a:gd name="connsiteY28-260" fmla="*/ 26112 h 571342"/>
                <a:gd name="connsiteX29-261" fmla="*/ 234357 w 2363999"/>
                <a:gd name="connsiteY29-262" fmla="*/ 33223 h 571342"/>
                <a:gd name="connsiteX30-263" fmla="*/ 230650 w 2363999"/>
                <a:gd name="connsiteY30-264" fmla="*/ 29406 h 571342"/>
                <a:gd name="connsiteX31-265" fmla="*/ 225027 w 2363999"/>
                <a:gd name="connsiteY31-266" fmla="*/ 26112 h 571342"/>
                <a:gd name="connsiteX32-267" fmla="*/ 2172602 w 2363999"/>
                <a:gd name="connsiteY32-268" fmla="*/ 7291 h 571342"/>
                <a:gd name="connsiteX33-269" fmla="*/ 2171251 w 2363999"/>
                <a:gd name="connsiteY33-270" fmla="*/ 7547 h 571342"/>
                <a:gd name="connsiteX34-271" fmla="*/ 2168355 w 2363999"/>
                <a:gd name="connsiteY34-272" fmla="*/ 9246 h 571342"/>
                <a:gd name="connsiteX35-273" fmla="*/ 2172602 w 2363999"/>
                <a:gd name="connsiteY35-274" fmla="*/ 7291 h 571342"/>
                <a:gd name="connsiteX36-275" fmla="*/ 190309 w 2363999"/>
                <a:gd name="connsiteY36-276" fmla="*/ 6887 h 571342"/>
                <a:gd name="connsiteX37-277" fmla="*/ 199179 w 2363999"/>
                <a:gd name="connsiteY37-278" fmla="*/ 10969 h 571342"/>
                <a:gd name="connsiteX38-279" fmla="*/ 193099 w 2363999"/>
                <a:gd name="connsiteY38-280" fmla="*/ 7406 h 571342"/>
                <a:gd name="connsiteX39-281" fmla="*/ 190309 w 2363999"/>
                <a:gd name="connsiteY39-282" fmla="*/ 6887 h 571342"/>
                <a:gd name="connsiteX40-283" fmla="*/ 153333 w 2363999"/>
                <a:gd name="connsiteY40-284" fmla="*/ 0 h 571342"/>
                <a:gd name="connsiteX41-285" fmla="*/ 2211154 w 2363999"/>
                <a:gd name="connsiteY41-286" fmla="*/ 0 h 571342"/>
                <a:gd name="connsiteX42-287" fmla="*/ 2208720 w 2363999"/>
                <a:gd name="connsiteY42-288" fmla="*/ 460 h 571342"/>
                <a:gd name="connsiteX43-289" fmla="*/ 2235119 w 2363999"/>
                <a:gd name="connsiteY43-290" fmla="*/ 2694 h 571342"/>
                <a:gd name="connsiteX44-291" fmla="*/ 2363999 w 2363999"/>
                <a:gd name="connsiteY44-292" fmla="*/ 91319 h 571342"/>
                <a:gd name="connsiteX45-293" fmla="*/ 2343005 w 2363999"/>
                <a:gd name="connsiteY45-294" fmla="*/ 91319 h 571342"/>
                <a:gd name="connsiteX46-295" fmla="*/ 1981149 w 2363999"/>
                <a:gd name="connsiteY46-296" fmla="*/ 464889 h 571342"/>
                <a:gd name="connsiteX47-297" fmla="*/ 1854676 w 2363999"/>
                <a:gd name="connsiteY47-298" fmla="*/ 571342 h 571342"/>
                <a:gd name="connsiteX48-299" fmla="*/ 511282 w 2363999"/>
                <a:gd name="connsiteY48-300" fmla="*/ 571342 h 571342"/>
                <a:gd name="connsiteX49-301" fmla="*/ 421847 w 2363999"/>
                <a:gd name="connsiteY49-302" fmla="*/ 460528 h 571342"/>
                <a:gd name="connsiteX50-303" fmla="*/ 20999 w 2363999"/>
                <a:gd name="connsiteY50-304" fmla="*/ 91319 h 571342"/>
                <a:gd name="connsiteX51-305" fmla="*/ 0 w 2363999"/>
                <a:gd name="connsiteY51-306" fmla="*/ 91319 h 571342"/>
                <a:gd name="connsiteX52-307" fmla="*/ 128675 w 2363999"/>
                <a:gd name="connsiteY52-308" fmla="*/ 2694 h 571342"/>
                <a:gd name="connsiteX53-309" fmla="*/ 155574 w 2363999"/>
                <a:gd name="connsiteY53-310" fmla="*/ 417 h 571342"/>
                <a:gd name="connsiteX54-311" fmla="*/ 153333 w 2363999"/>
                <a:gd name="connsiteY54-312" fmla="*/ 0 h 571342"/>
                <a:gd name="connsiteX0-313" fmla="*/ 511280 w 2363999"/>
                <a:gd name="connsiteY0-314" fmla="*/ 546927 h 571342"/>
                <a:gd name="connsiteX1-315" fmla="*/ 511282 w 2363999"/>
                <a:gd name="connsiteY1-316" fmla="*/ 546928 h 571342"/>
                <a:gd name="connsiteX2-317" fmla="*/ 1852722 w 2363999"/>
                <a:gd name="connsiteY2-318" fmla="*/ 546928 h 571342"/>
                <a:gd name="connsiteX3-319" fmla="*/ 1852725 w 2363999"/>
                <a:gd name="connsiteY3-320" fmla="*/ 546927 h 571342"/>
                <a:gd name="connsiteX4-321" fmla="*/ 511280 w 2363999"/>
                <a:gd name="connsiteY4-322" fmla="*/ 546927 h 571342"/>
                <a:gd name="connsiteX5-323" fmla="*/ 1896952 w 2363999"/>
                <a:gd name="connsiteY5-324" fmla="*/ 538436 h 571342"/>
                <a:gd name="connsiteX6-325" fmla="*/ 1867843 w 2363999"/>
                <a:gd name="connsiteY6-326" fmla="*/ 544282 h 571342"/>
                <a:gd name="connsiteX7-327" fmla="*/ 1895198 w 2363999"/>
                <a:gd name="connsiteY7-328" fmla="*/ 539495 h 571342"/>
                <a:gd name="connsiteX8-329" fmla="*/ 1896952 w 2363999"/>
                <a:gd name="connsiteY8-330" fmla="*/ 538436 h 571342"/>
                <a:gd name="connsiteX9-331" fmla="*/ 1925868 w 2363999"/>
                <a:gd name="connsiteY9-332" fmla="*/ 520703 h 571342"/>
                <a:gd name="connsiteX10-333" fmla="*/ 1903687 w 2363999"/>
                <a:gd name="connsiteY10-334" fmla="*/ 534368 h 571342"/>
                <a:gd name="connsiteX11-335" fmla="*/ 1925543 w 2363999"/>
                <a:gd name="connsiteY11-336" fmla="*/ 521167 h 571342"/>
                <a:gd name="connsiteX12-337" fmla="*/ 1925868 w 2363999"/>
                <a:gd name="connsiteY12-338" fmla="*/ 520703 h 571342"/>
                <a:gd name="connsiteX13-339" fmla="*/ 2015163 w 2363999"/>
                <a:gd name="connsiteY13-340" fmla="*/ 237969 h 571342"/>
                <a:gd name="connsiteX14-341" fmla="*/ 2008503 w 2363999"/>
                <a:gd name="connsiteY14-342" fmla="*/ 256760 h 571342"/>
                <a:gd name="connsiteX15-343" fmla="*/ 2005802 w 2363999"/>
                <a:gd name="connsiteY15-344" fmla="*/ 266702 h 571342"/>
                <a:gd name="connsiteX16-345" fmla="*/ 2015163 w 2363999"/>
                <a:gd name="connsiteY16-346" fmla="*/ 237969 h 571342"/>
                <a:gd name="connsiteX17-347" fmla="*/ 265870 w 2363999"/>
                <a:gd name="connsiteY17-348" fmla="*/ 65658 h 571342"/>
                <a:gd name="connsiteX18-349" fmla="*/ 265911 w 2363999"/>
                <a:gd name="connsiteY18-350" fmla="*/ 65718 h 571342"/>
                <a:gd name="connsiteX19-351" fmla="*/ 265878 w 2363999"/>
                <a:gd name="connsiteY19-352" fmla="*/ 65666 h 571342"/>
                <a:gd name="connsiteX20-353" fmla="*/ 265870 w 2363999"/>
                <a:gd name="connsiteY20-354" fmla="*/ 65658 h 571342"/>
                <a:gd name="connsiteX21-355" fmla="*/ 2135985 w 2363999"/>
                <a:gd name="connsiteY21-356" fmla="*/ 28244 h 571342"/>
                <a:gd name="connsiteX22-357" fmla="*/ 2133654 w 2363999"/>
                <a:gd name="connsiteY22-358" fmla="*/ 29611 h 571342"/>
                <a:gd name="connsiteX23-359" fmla="*/ 2132127 w 2363999"/>
                <a:gd name="connsiteY23-360" fmla="*/ 31186 h 571342"/>
                <a:gd name="connsiteX24-361" fmla="*/ 2135985 w 2363999"/>
                <a:gd name="connsiteY24-362" fmla="*/ 28244 h 571342"/>
                <a:gd name="connsiteX25-363" fmla="*/ 225027 w 2363999"/>
                <a:gd name="connsiteY25-364" fmla="*/ 26112 h 571342"/>
                <a:gd name="connsiteX26-365" fmla="*/ 234357 w 2363999"/>
                <a:gd name="connsiteY26-366" fmla="*/ 33223 h 571342"/>
                <a:gd name="connsiteX27-367" fmla="*/ 230650 w 2363999"/>
                <a:gd name="connsiteY27-368" fmla="*/ 29406 h 571342"/>
                <a:gd name="connsiteX28-369" fmla="*/ 225027 w 2363999"/>
                <a:gd name="connsiteY28-370" fmla="*/ 26112 h 571342"/>
                <a:gd name="connsiteX29-371" fmla="*/ 2172602 w 2363999"/>
                <a:gd name="connsiteY29-372" fmla="*/ 7291 h 571342"/>
                <a:gd name="connsiteX30-373" fmla="*/ 2171251 w 2363999"/>
                <a:gd name="connsiteY30-374" fmla="*/ 7547 h 571342"/>
                <a:gd name="connsiteX31-375" fmla="*/ 2168355 w 2363999"/>
                <a:gd name="connsiteY31-376" fmla="*/ 9246 h 571342"/>
                <a:gd name="connsiteX32-377" fmla="*/ 2172602 w 2363999"/>
                <a:gd name="connsiteY32-378" fmla="*/ 7291 h 571342"/>
                <a:gd name="connsiteX33-379" fmla="*/ 190309 w 2363999"/>
                <a:gd name="connsiteY33-380" fmla="*/ 6887 h 571342"/>
                <a:gd name="connsiteX34-381" fmla="*/ 199179 w 2363999"/>
                <a:gd name="connsiteY34-382" fmla="*/ 10969 h 571342"/>
                <a:gd name="connsiteX35-383" fmla="*/ 193099 w 2363999"/>
                <a:gd name="connsiteY35-384" fmla="*/ 7406 h 571342"/>
                <a:gd name="connsiteX36-385" fmla="*/ 190309 w 2363999"/>
                <a:gd name="connsiteY36-386" fmla="*/ 6887 h 571342"/>
                <a:gd name="connsiteX37-387" fmla="*/ 153333 w 2363999"/>
                <a:gd name="connsiteY37-388" fmla="*/ 0 h 571342"/>
                <a:gd name="connsiteX38-389" fmla="*/ 2211154 w 2363999"/>
                <a:gd name="connsiteY38-390" fmla="*/ 0 h 571342"/>
                <a:gd name="connsiteX39-391" fmla="*/ 2208720 w 2363999"/>
                <a:gd name="connsiteY39-392" fmla="*/ 460 h 571342"/>
                <a:gd name="connsiteX40-393" fmla="*/ 2235119 w 2363999"/>
                <a:gd name="connsiteY40-394" fmla="*/ 2694 h 571342"/>
                <a:gd name="connsiteX41-395" fmla="*/ 2363999 w 2363999"/>
                <a:gd name="connsiteY41-396" fmla="*/ 91319 h 571342"/>
                <a:gd name="connsiteX42-397" fmla="*/ 2343005 w 2363999"/>
                <a:gd name="connsiteY42-398" fmla="*/ 91319 h 571342"/>
                <a:gd name="connsiteX43-399" fmla="*/ 1981149 w 2363999"/>
                <a:gd name="connsiteY43-400" fmla="*/ 464889 h 571342"/>
                <a:gd name="connsiteX44-401" fmla="*/ 1854676 w 2363999"/>
                <a:gd name="connsiteY44-402" fmla="*/ 571342 h 571342"/>
                <a:gd name="connsiteX45-403" fmla="*/ 511282 w 2363999"/>
                <a:gd name="connsiteY45-404" fmla="*/ 571342 h 571342"/>
                <a:gd name="connsiteX46-405" fmla="*/ 421847 w 2363999"/>
                <a:gd name="connsiteY46-406" fmla="*/ 460528 h 571342"/>
                <a:gd name="connsiteX47-407" fmla="*/ 20999 w 2363999"/>
                <a:gd name="connsiteY47-408" fmla="*/ 91319 h 571342"/>
                <a:gd name="connsiteX48-409" fmla="*/ 0 w 2363999"/>
                <a:gd name="connsiteY48-410" fmla="*/ 91319 h 571342"/>
                <a:gd name="connsiteX49-411" fmla="*/ 128675 w 2363999"/>
                <a:gd name="connsiteY49-412" fmla="*/ 2694 h 571342"/>
                <a:gd name="connsiteX50-413" fmla="*/ 155574 w 2363999"/>
                <a:gd name="connsiteY50-414" fmla="*/ 417 h 571342"/>
                <a:gd name="connsiteX51-415" fmla="*/ 153333 w 2363999"/>
                <a:gd name="connsiteY51-416" fmla="*/ 0 h 571342"/>
                <a:gd name="connsiteX0-417" fmla="*/ 511280 w 2363999"/>
                <a:gd name="connsiteY0-418" fmla="*/ 546927 h 571342"/>
                <a:gd name="connsiteX1-419" fmla="*/ 511282 w 2363999"/>
                <a:gd name="connsiteY1-420" fmla="*/ 546928 h 571342"/>
                <a:gd name="connsiteX2-421" fmla="*/ 1852722 w 2363999"/>
                <a:gd name="connsiteY2-422" fmla="*/ 546928 h 571342"/>
                <a:gd name="connsiteX3-423" fmla="*/ 1852725 w 2363999"/>
                <a:gd name="connsiteY3-424" fmla="*/ 546927 h 571342"/>
                <a:gd name="connsiteX4-425" fmla="*/ 511280 w 2363999"/>
                <a:gd name="connsiteY4-426" fmla="*/ 546927 h 571342"/>
                <a:gd name="connsiteX5-427" fmla="*/ 1896952 w 2363999"/>
                <a:gd name="connsiteY5-428" fmla="*/ 538436 h 571342"/>
                <a:gd name="connsiteX6-429" fmla="*/ 1867843 w 2363999"/>
                <a:gd name="connsiteY6-430" fmla="*/ 544282 h 571342"/>
                <a:gd name="connsiteX7-431" fmla="*/ 1895198 w 2363999"/>
                <a:gd name="connsiteY7-432" fmla="*/ 539495 h 571342"/>
                <a:gd name="connsiteX8-433" fmla="*/ 1896952 w 2363999"/>
                <a:gd name="connsiteY8-434" fmla="*/ 538436 h 571342"/>
                <a:gd name="connsiteX9-435" fmla="*/ 1925868 w 2363999"/>
                <a:gd name="connsiteY9-436" fmla="*/ 520703 h 571342"/>
                <a:gd name="connsiteX10-437" fmla="*/ 1903687 w 2363999"/>
                <a:gd name="connsiteY10-438" fmla="*/ 534368 h 571342"/>
                <a:gd name="connsiteX11-439" fmla="*/ 1925543 w 2363999"/>
                <a:gd name="connsiteY11-440" fmla="*/ 521167 h 571342"/>
                <a:gd name="connsiteX12-441" fmla="*/ 1925868 w 2363999"/>
                <a:gd name="connsiteY12-442" fmla="*/ 520703 h 571342"/>
                <a:gd name="connsiteX13-443" fmla="*/ 2015163 w 2363999"/>
                <a:gd name="connsiteY13-444" fmla="*/ 237969 h 571342"/>
                <a:gd name="connsiteX14-445" fmla="*/ 2008503 w 2363999"/>
                <a:gd name="connsiteY14-446" fmla="*/ 256760 h 571342"/>
                <a:gd name="connsiteX15-447" fmla="*/ 2005802 w 2363999"/>
                <a:gd name="connsiteY15-448" fmla="*/ 266702 h 571342"/>
                <a:gd name="connsiteX16-449" fmla="*/ 2015163 w 2363999"/>
                <a:gd name="connsiteY16-450" fmla="*/ 237969 h 571342"/>
                <a:gd name="connsiteX17-451" fmla="*/ 265870 w 2363999"/>
                <a:gd name="connsiteY17-452" fmla="*/ 65658 h 571342"/>
                <a:gd name="connsiteX18-453" fmla="*/ 265911 w 2363999"/>
                <a:gd name="connsiteY18-454" fmla="*/ 65718 h 571342"/>
                <a:gd name="connsiteX19-455" fmla="*/ 265878 w 2363999"/>
                <a:gd name="connsiteY19-456" fmla="*/ 65666 h 571342"/>
                <a:gd name="connsiteX20-457" fmla="*/ 265870 w 2363999"/>
                <a:gd name="connsiteY20-458" fmla="*/ 65658 h 571342"/>
                <a:gd name="connsiteX21-459" fmla="*/ 2135985 w 2363999"/>
                <a:gd name="connsiteY21-460" fmla="*/ 28244 h 571342"/>
                <a:gd name="connsiteX22-461" fmla="*/ 2133654 w 2363999"/>
                <a:gd name="connsiteY22-462" fmla="*/ 29611 h 571342"/>
                <a:gd name="connsiteX23-463" fmla="*/ 2132127 w 2363999"/>
                <a:gd name="connsiteY23-464" fmla="*/ 31186 h 571342"/>
                <a:gd name="connsiteX24-465" fmla="*/ 2135985 w 2363999"/>
                <a:gd name="connsiteY24-466" fmla="*/ 28244 h 571342"/>
                <a:gd name="connsiteX25-467" fmla="*/ 225027 w 2363999"/>
                <a:gd name="connsiteY25-468" fmla="*/ 26112 h 571342"/>
                <a:gd name="connsiteX26-469" fmla="*/ 234357 w 2363999"/>
                <a:gd name="connsiteY26-470" fmla="*/ 33223 h 571342"/>
                <a:gd name="connsiteX27-471" fmla="*/ 230650 w 2363999"/>
                <a:gd name="connsiteY27-472" fmla="*/ 29406 h 571342"/>
                <a:gd name="connsiteX28-473" fmla="*/ 225027 w 2363999"/>
                <a:gd name="connsiteY28-474" fmla="*/ 26112 h 571342"/>
                <a:gd name="connsiteX29-475" fmla="*/ 2172602 w 2363999"/>
                <a:gd name="connsiteY29-476" fmla="*/ 7291 h 571342"/>
                <a:gd name="connsiteX30-477" fmla="*/ 2171251 w 2363999"/>
                <a:gd name="connsiteY30-478" fmla="*/ 7547 h 571342"/>
                <a:gd name="connsiteX31-479" fmla="*/ 2168355 w 2363999"/>
                <a:gd name="connsiteY31-480" fmla="*/ 9246 h 571342"/>
                <a:gd name="connsiteX32-481" fmla="*/ 2172602 w 2363999"/>
                <a:gd name="connsiteY32-482" fmla="*/ 7291 h 571342"/>
                <a:gd name="connsiteX33-483" fmla="*/ 190309 w 2363999"/>
                <a:gd name="connsiteY33-484" fmla="*/ 6887 h 571342"/>
                <a:gd name="connsiteX34-485" fmla="*/ 199179 w 2363999"/>
                <a:gd name="connsiteY34-486" fmla="*/ 10969 h 571342"/>
                <a:gd name="connsiteX35-487" fmla="*/ 193099 w 2363999"/>
                <a:gd name="connsiteY35-488" fmla="*/ 7406 h 571342"/>
                <a:gd name="connsiteX36-489" fmla="*/ 190309 w 2363999"/>
                <a:gd name="connsiteY36-490" fmla="*/ 6887 h 571342"/>
                <a:gd name="connsiteX37-491" fmla="*/ 153333 w 2363999"/>
                <a:gd name="connsiteY37-492" fmla="*/ 0 h 571342"/>
                <a:gd name="connsiteX38-493" fmla="*/ 2211154 w 2363999"/>
                <a:gd name="connsiteY38-494" fmla="*/ 0 h 571342"/>
                <a:gd name="connsiteX39-495" fmla="*/ 2208720 w 2363999"/>
                <a:gd name="connsiteY39-496" fmla="*/ 460 h 571342"/>
                <a:gd name="connsiteX40-497" fmla="*/ 2235119 w 2363999"/>
                <a:gd name="connsiteY40-498" fmla="*/ 2694 h 571342"/>
                <a:gd name="connsiteX41-499" fmla="*/ 2363999 w 2363999"/>
                <a:gd name="connsiteY41-500" fmla="*/ 91319 h 571342"/>
                <a:gd name="connsiteX42-501" fmla="*/ 2343005 w 2363999"/>
                <a:gd name="connsiteY42-502" fmla="*/ 91319 h 571342"/>
                <a:gd name="connsiteX43-503" fmla="*/ 1981149 w 2363999"/>
                <a:gd name="connsiteY43-504" fmla="*/ 464889 h 571342"/>
                <a:gd name="connsiteX44-505" fmla="*/ 1854676 w 2363999"/>
                <a:gd name="connsiteY44-506" fmla="*/ 571342 h 571342"/>
                <a:gd name="connsiteX45-507" fmla="*/ 511282 w 2363999"/>
                <a:gd name="connsiteY45-508" fmla="*/ 571342 h 571342"/>
                <a:gd name="connsiteX46-509" fmla="*/ 441102 w 2363999"/>
                <a:gd name="connsiteY46-510" fmla="*/ 460528 h 571342"/>
                <a:gd name="connsiteX47-511" fmla="*/ 20999 w 2363999"/>
                <a:gd name="connsiteY47-512" fmla="*/ 91319 h 571342"/>
                <a:gd name="connsiteX48-513" fmla="*/ 0 w 2363999"/>
                <a:gd name="connsiteY48-514" fmla="*/ 91319 h 571342"/>
                <a:gd name="connsiteX49-515" fmla="*/ 128675 w 2363999"/>
                <a:gd name="connsiteY49-516" fmla="*/ 2694 h 571342"/>
                <a:gd name="connsiteX50-517" fmla="*/ 155574 w 2363999"/>
                <a:gd name="connsiteY50-518" fmla="*/ 417 h 571342"/>
                <a:gd name="connsiteX51-519" fmla="*/ 153333 w 2363999"/>
                <a:gd name="connsiteY51-520" fmla="*/ 0 h 571342"/>
                <a:gd name="connsiteX0-521" fmla="*/ 511280 w 2363999"/>
                <a:gd name="connsiteY0-522" fmla="*/ 546927 h 571342"/>
                <a:gd name="connsiteX1-523" fmla="*/ 511282 w 2363999"/>
                <a:gd name="connsiteY1-524" fmla="*/ 546928 h 571342"/>
                <a:gd name="connsiteX2-525" fmla="*/ 1852722 w 2363999"/>
                <a:gd name="connsiteY2-526" fmla="*/ 546928 h 571342"/>
                <a:gd name="connsiteX3-527" fmla="*/ 1852725 w 2363999"/>
                <a:gd name="connsiteY3-528" fmla="*/ 546927 h 571342"/>
                <a:gd name="connsiteX4-529" fmla="*/ 511280 w 2363999"/>
                <a:gd name="connsiteY4-530" fmla="*/ 546927 h 571342"/>
                <a:gd name="connsiteX5-531" fmla="*/ 1896952 w 2363999"/>
                <a:gd name="connsiteY5-532" fmla="*/ 538436 h 571342"/>
                <a:gd name="connsiteX6-533" fmla="*/ 1867843 w 2363999"/>
                <a:gd name="connsiteY6-534" fmla="*/ 544282 h 571342"/>
                <a:gd name="connsiteX7-535" fmla="*/ 1895198 w 2363999"/>
                <a:gd name="connsiteY7-536" fmla="*/ 539495 h 571342"/>
                <a:gd name="connsiteX8-537" fmla="*/ 1896952 w 2363999"/>
                <a:gd name="connsiteY8-538" fmla="*/ 538436 h 571342"/>
                <a:gd name="connsiteX9-539" fmla="*/ 1925868 w 2363999"/>
                <a:gd name="connsiteY9-540" fmla="*/ 520703 h 571342"/>
                <a:gd name="connsiteX10-541" fmla="*/ 1903687 w 2363999"/>
                <a:gd name="connsiteY10-542" fmla="*/ 534368 h 571342"/>
                <a:gd name="connsiteX11-543" fmla="*/ 1925543 w 2363999"/>
                <a:gd name="connsiteY11-544" fmla="*/ 521167 h 571342"/>
                <a:gd name="connsiteX12-545" fmla="*/ 1925868 w 2363999"/>
                <a:gd name="connsiteY12-546" fmla="*/ 520703 h 571342"/>
                <a:gd name="connsiteX13-547" fmla="*/ 2015163 w 2363999"/>
                <a:gd name="connsiteY13-548" fmla="*/ 237969 h 571342"/>
                <a:gd name="connsiteX14-549" fmla="*/ 2008503 w 2363999"/>
                <a:gd name="connsiteY14-550" fmla="*/ 256760 h 571342"/>
                <a:gd name="connsiteX15-551" fmla="*/ 2005802 w 2363999"/>
                <a:gd name="connsiteY15-552" fmla="*/ 266702 h 571342"/>
                <a:gd name="connsiteX16-553" fmla="*/ 2015163 w 2363999"/>
                <a:gd name="connsiteY16-554" fmla="*/ 237969 h 571342"/>
                <a:gd name="connsiteX17-555" fmla="*/ 265870 w 2363999"/>
                <a:gd name="connsiteY17-556" fmla="*/ 65658 h 571342"/>
                <a:gd name="connsiteX18-557" fmla="*/ 265911 w 2363999"/>
                <a:gd name="connsiteY18-558" fmla="*/ 65718 h 571342"/>
                <a:gd name="connsiteX19-559" fmla="*/ 265878 w 2363999"/>
                <a:gd name="connsiteY19-560" fmla="*/ 65666 h 571342"/>
                <a:gd name="connsiteX20-561" fmla="*/ 265870 w 2363999"/>
                <a:gd name="connsiteY20-562" fmla="*/ 65658 h 571342"/>
                <a:gd name="connsiteX21-563" fmla="*/ 2135985 w 2363999"/>
                <a:gd name="connsiteY21-564" fmla="*/ 28244 h 571342"/>
                <a:gd name="connsiteX22-565" fmla="*/ 2133654 w 2363999"/>
                <a:gd name="connsiteY22-566" fmla="*/ 29611 h 571342"/>
                <a:gd name="connsiteX23-567" fmla="*/ 2132127 w 2363999"/>
                <a:gd name="connsiteY23-568" fmla="*/ 31186 h 571342"/>
                <a:gd name="connsiteX24-569" fmla="*/ 2135985 w 2363999"/>
                <a:gd name="connsiteY24-570" fmla="*/ 28244 h 571342"/>
                <a:gd name="connsiteX25-571" fmla="*/ 225027 w 2363999"/>
                <a:gd name="connsiteY25-572" fmla="*/ 26112 h 571342"/>
                <a:gd name="connsiteX26-573" fmla="*/ 234357 w 2363999"/>
                <a:gd name="connsiteY26-574" fmla="*/ 33223 h 571342"/>
                <a:gd name="connsiteX27-575" fmla="*/ 230650 w 2363999"/>
                <a:gd name="connsiteY27-576" fmla="*/ 29406 h 571342"/>
                <a:gd name="connsiteX28-577" fmla="*/ 225027 w 2363999"/>
                <a:gd name="connsiteY28-578" fmla="*/ 26112 h 571342"/>
                <a:gd name="connsiteX29-579" fmla="*/ 2172602 w 2363999"/>
                <a:gd name="connsiteY29-580" fmla="*/ 7291 h 571342"/>
                <a:gd name="connsiteX30-581" fmla="*/ 2171251 w 2363999"/>
                <a:gd name="connsiteY30-582" fmla="*/ 7547 h 571342"/>
                <a:gd name="connsiteX31-583" fmla="*/ 2168355 w 2363999"/>
                <a:gd name="connsiteY31-584" fmla="*/ 9246 h 571342"/>
                <a:gd name="connsiteX32-585" fmla="*/ 2172602 w 2363999"/>
                <a:gd name="connsiteY32-586" fmla="*/ 7291 h 571342"/>
                <a:gd name="connsiteX33-587" fmla="*/ 190309 w 2363999"/>
                <a:gd name="connsiteY33-588" fmla="*/ 6887 h 571342"/>
                <a:gd name="connsiteX34-589" fmla="*/ 199179 w 2363999"/>
                <a:gd name="connsiteY34-590" fmla="*/ 10969 h 571342"/>
                <a:gd name="connsiteX35-591" fmla="*/ 193099 w 2363999"/>
                <a:gd name="connsiteY35-592" fmla="*/ 7406 h 571342"/>
                <a:gd name="connsiteX36-593" fmla="*/ 190309 w 2363999"/>
                <a:gd name="connsiteY36-594" fmla="*/ 6887 h 571342"/>
                <a:gd name="connsiteX37-595" fmla="*/ 153333 w 2363999"/>
                <a:gd name="connsiteY37-596" fmla="*/ 0 h 571342"/>
                <a:gd name="connsiteX38-597" fmla="*/ 2211154 w 2363999"/>
                <a:gd name="connsiteY38-598" fmla="*/ 0 h 571342"/>
                <a:gd name="connsiteX39-599" fmla="*/ 2208720 w 2363999"/>
                <a:gd name="connsiteY39-600" fmla="*/ 460 h 571342"/>
                <a:gd name="connsiteX40-601" fmla="*/ 2235119 w 2363999"/>
                <a:gd name="connsiteY40-602" fmla="*/ 2694 h 571342"/>
                <a:gd name="connsiteX41-603" fmla="*/ 2363999 w 2363999"/>
                <a:gd name="connsiteY41-604" fmla="*/ 91319 h 571342"/>
                <a:gd name="connsiteX42-605" fmla="*/ 2343005 w 2363999"/>
                <a:gd name="connsiteY42-606" fmla="*/ 91319 h 571342"/>
                <a:gd name="connsiteX43-607" fmla="*/ 1981149 w 2363999"/>
                <a:gd name="connsiteY43-608" fmla="*/ 464889 h 571342"/>
                <a:gd name="connsiteX44-609" fmla="*/ 1854676 w 2363999"/>
                <a:gd name="connsiteY44-610" fmla="*/ 571342 h 571342"/>
                <a:gd name="connsiteX45-611" fmla="*/ 511282 w 2363999"/>
                <a:gd name="connsiteY45-612" fmla="*/ 571342 h 571342"/>
                <a:gd name="connsiteX46-613" fmla="*/ 441102 w 2363999"/>
                <a:gd name="connsiteY46-614" fmla="*/ 460528 h 571342"/>
                <a:gd name="connsiteX47-615" fmla="*/ 20999 w 2363999"/>
                <a:gd name="connsiteY47-616" fmla="*/ 91319 h 571342"/>
                <a:gd name="connsiteX48-617" fmla="*/ 0 w 2363999"/>
                <a:gd name="connsiteY48-618" fmla="*/ 91319 h 571342"/>
                <a:gd name="connsiteX49-619" fmla="*/ 128675 w 2363999"/>
                <a:gd name="connsiteY49-620" fmla="*/ 2694 h 571342"/>
                <a:gd name="connsiteX50-621" fmla="*/ 155574 w 2363999"/>
                <a:gd name="connsiteY50-622" fmla="*/ 417 h 571342"/>
                <a:gd name="connsiteX51-623" fmla="*/ 153333 w 2363999"/>
                <a:gd name="connsiteY51-624" fmla="*/ 0 h 571342"/>
                <a:gd name="connsiteX0-625" fmla="*/ 511280 w 2363999"/>
                <a:gd name="connsiteY0-626" fmla="*/ 546927 h 571342"/>
                <a:gd name="connsiteX1-627" fmla="*/ 511282 w 2363999"/>
                <a:gd name="connsiteY1-628" fmla="*/ 546928 h 571342"/>
                <a:gd name="connsiteX2-629" fmla="*/ 1852722 w 2363999"/>
                <a:gd name="connsiteY2-630" fmla="*/ 546928 h 571342"/>
                <a:gd name="connsiteX3-631" fmla="*/ 1852725 w 2363999"/>
                <a:gd name="connsiteY3-632" fmla="*/ 546927 h 571342"/>
                <a:gd name="connsiteX4-633" fmla="*/ 511280 w 2363999"/>
                <a:gd name="connsiteY4-634" fmla="*/ 546927 h 571342"/>
                <a:gd name="connsiteX5-635" fmla="*/ 1896952 w 2363999"/>
                <a:gd name="connsiteY5-636" fmla="*/ 538436 h 571342"/>
                <a:gd name="connsiteX6-637" fmla="*/ 1867843 w 2363999"/>
                <a:gd name="connsiteY6-638" fmla="*/ 544282 h 571342"/>
                <a:gd name="connsiteX7-639" fmla="*/ 1895198 w 2363999"/>
                <a:gd name="connsiteY7-640" fmla="*/ 539495 h 571342"/>
                <a:gd name="connsiteX8-641" fmla="*/ 1896952 w 2363999"/>
                <a:gd name="connsiteY8-642" fmla="*/ 538436 h 571342"/>
                <a:gd name="connsiteX9-643" fmla="*/ 1925868 w 2363999"/>
                <a:gd name="connsiteY9-644" fmla="*/ 520703 h 571342"/>
                <a:gd name="connsiteX10-645" fmla="*/ 1903687 w 2363999"/>
                <a:gd name="connsiteY10-646" fmla="*/ 534368 h 571342"/>
                <a:gd name="connsiteX11-647" fmla="*/ 1925543 w 2363999"/>
                <a:gd name="connsiteY11-648" fmla="*/ 521167 h 571342"/>
                <a:gd name="connsiteX12-649" fmla="*/ 1925868 w 2363999"/>
                <a:gd name="connsiteY12-650" fmla="*/ 520703 h 571342"/>
                <a:gd name="connsiteX13-651" fmla="*/ 2015163 w 2363999"/>
                <a:gd name="connsiteY13-652" fmla="*/ 237969 h 571342"/>
                <a:gd name="connsiteX14-653" fmla="*/ 2008503 w 2363999"/>
                <a:gd name="connsiteY14-654" fmla="*/ 256760 h 571342"/>
                <a:gd name="connsiteX15-655" fmla="*/ 2005802 w 2363999"/>
                <a:gd name="connsiteY15-656" fmla="*/ 266702 h 571342"/>
                <a:gd name="connsiteX16-657" fmla="*/ 2015163 w 2363999"/>
                <a:gd name="connsiteY16-658" fmla="*/ 237969 h 571342"/>
                <a:gd name="connsiteX17-659" fmla="*/ 265870 w 2363999"/>
                <a:gd name="connsiteY17-660" fmla="*/ 65658 h 571342"/>
                <a:gd name="connsiteX18-661" fmla="*/ 265911 w 2363999"/>
                <a:gd name="connsiteY18-662" fmla="*/ 65718 h 571342"/>
                <a:gd name="connsiteX19-663" fmla="*/ 265878 w 2363999"/>
                <a:gd name="connsiteY19-664" fmla="*/ 65666 h 571342"/>
                <a:gd name="connsiteX20-665" fmla="*/ 265870 w 2363999"/>
                <a:gd name="connsiteY20-666" fmla="*/ 65658 h 571342"/>
                <a:gd name="connsiteX21-667" fmla="*/ 2135985 w 2363999"/>
                <a:gd name="connsiteY21-668" fmla="*/ 28244 h 571342"/>
                <a:gd name="connsiteX22-669" fmla="*/ 2133654 w 2363999"/>
                <a:gd name="connsiteY22-670" fmla="*/ 29611 h 571342"/>
                <a:gd name="connsiteX23-671" fmla="*/ 2132127 w 2363999"/>
                <a:gd name="connsiteY23-672" fmla="*/ 31186 h 571342"/>
                <a:gd name="connsiteX24-673" fmla="*/ 2135985 w 2363999"/>
                <a:gd name="connsiteY24-674" fmla="*/ 28244 h 571342"/>
                <a:gd name="connsiteX25-675" fmla="*/ 225027 w 2363999"/>
                <a:gd name="connsiteY25-676" fmla="*/ 26112 h 571342"/>
                <a:gd name="connsiteX26-677" fmla="*/ 234357 w 2363999"/>
                <a:gd name="connsiteY26-678" fmla="*/ 33223 h 571342"/>
                <a:gd name="connsiteX27-679" fmla="*/ 230650 w 2363999"/>
                <a:gd name="connsiteY27-680" fmla="*/ 29406 h 571342"/>
                <a:gd name="connsiteX28-681" fmla="*/ 225027 w 2363999"/>
                <a:gd name="connsiteY28-682" fmla="*/ 26112 h 571342"/>
                <a:gd name="connsiteX29-683" fmla="*/ 2172602 w 2363999"/>
                <a:gd name="connsiteY29-684" fmla="*/ 7291 h 571342"/>
                <a:gd name="connsiteX30-685" fmla="*/ 2171251 w 2363999"/>
                <a:gd name="connsiteY30-686" fmla="*/ 7547 h 571342"/>
                <a:gd name="connsiteX31-687" fmla="*/ 2168355 w 2363999"/>
                <a:gd name="connsiteY31-688" fmla="*/ 9246 h 571342"/>
                <a:gd name="connsiteX32-689" fmla="*/ 2172602 w 2363999"/>
                <a:gd name="connsiteY32-690" fmla="*/ 7291 h 571342"/>
                <a:gd name="connsiteX33-691" fmla="*/ 190309 w 2363999"/>
                <a:gd name="connsiteY33-692" fmla="*/ 6887 h 571342"/>
                <a:gd name="connsiteX34-693" fmla="*/ 199179 w 2363999"/>
                <a:gd name="connsiteY34-694" fmla="*/ 10969 h 571342"/>
                <a:gd name="connsiteX35-695" fmla="*/ 193099 w 2363999"/>
                <a:gd name="connsiteY35-696" fmla="*/ 7406 h 571342"/>
                <a:gd name="connsiteX36-697" fmla="*/ 190309 w 2363999"/>
                <a:gd name="connsiteY36-698" fmla="*/ 6887 h 571342"/>
                <a:gd name="connsiteX37-699" fmla="*/ 153333 w 2363999"/>
                <a:gd name="connsiteY37-700" fmla="*/ 0 h 571342"/>
                <a:gd name="connsiteX38-701" fmla="*/ 2211154 w 2363999"/>
                <a:gd name="connsiteY38-702" fmla="*/ 0 h 571342"/>
                <a:gd name="connsiteX39-703" fmla="*/ 2208720 w 2363999"/>
                <a:gd name="connsiteY39-704" fmla="*/ 460 h 571342"/>
                <a:gd name="connsiteX40-705" fmla="*/ 2235119 w 2363999"/>
                <a:gd name="connsiteY40-706" fmla="*/ 2694 h 571342"/>
                <a:gd name="connsiteX41-707" fmla="*/ 2363999 w 2363999"/>
                <a:gd name="connsiteY41-708" fmla="*/ 91319 h 571342"/>
                <a:gd name="connsiteX42-709" fmla="*/ 2343005 w 2363999"/>
                <a:gd name="connsiteY42-710" fmla="*/ 91319 h 571342"/>
                <a:gd name="connsiteX43-711" fmla="*/ 1981149 w 2363999"/>
                <a:gd name="connsiteY43-712" fmla="*/ 464889 h 571342"/>
                <a:gd name="connsiteX44-713" fmla="*/ 1854676 w 2363999"/>
                <a:gd name="connsiteY44-714" fmla="*/ 571342 h 571342"/>
                <a:gd name="connsiteX45-715" fmla="*/ 511282 w 2363999"/>
                <a:gd name="connsiteY45-716" fmla="*/ 571342 h 571342"/>
                <a:gd name="connsiteX46-717" fmla="*/ 441102 w 2363999"/>
                <a:gd name="connsiteY46-718" fmla="*/ 460528 h 571342"/>
                <a:gd name="connsiteX47-719" fmla="*/ 20999 w 2363999"/>
                <a:gd name="connsiteY47-720" fmla="*/ 91319 h 571342"/>
                <a:gd name="connsiteX48-721" fmla="*/ 0 w 2363999"/>
                <a:gd name="connsiteY48-722" fmla="*/ 91319 h 571342"/>
                <a:gd name="connsiteX49-723" fmla="*/ 128675 w 2363999"/>
                <a:gd name="connsiteY49-724" fmla="*/ 2694 h 571342"/>
                <a:gd name="connsiteX50-725" fmla="*/ 155574 w 2363999"/>
                <a:gd name="connsiteY50-726" fmla="*/ 417 h 571342"/>
                <a:gd name="connsiteX51-727" fmla="*/ 153333 w 2363999"/>
                <a:gd name="connsiteY51-728" fmla="*/ 0 h 571342"/>
                <a:gd name="connsiteX0-729" fmla="*/ 1852725 w 2363999"/>
                <a:gd name="connsiteY0-730" fmla="*/ 546927 h 571342"/>
                <a:gd name="connsiteX1-731" fmla="*/ 511282 w 2363999"/>
                <a:gd name="connsiteY1-732" fmla="*/ 546928 h 571342"/>
                <a:gd name="connsiteX2-733" fmla="*/ 1852722 w 2363999"/>
                <a:gd name="connsiteY2-734" fmla="*/ 546928 h 571342"/>
                <a:gd name="connsiteX3-735" fmla="*/ 1852725 w 2363999"/>
                <a:gd name="connsiteY3-736" fmla="*/ 546927 h 571342"/>
                <a:gd name="connsiteX4-737" fmla="*/ 1896952 w 2363999"/>
                <a:gd name="connsiteY4-738" fmla="*/ 538436 h 571342"/>
                <a:gd name="connsiteX5-739" fmla="*/ 1867843 w 2363999"/>
                <a:gd name="connsiteY5-740" fmla="*/ 544282 h 571342"/>
                <a:gd name="connsiteX6-741" fmla="*/ 1895198 w 2363999"/>
                <a:gd name="connsiteY6-742" fmla="*/ 539495 h 571342"/>
                <a:gd name="connsiteX7-743" fmla="*/ 1896952 w 2363999"/>
                <a:gd name="connsiteY7-744" fmla="*/ 538436 h 571342"/>
                <a:gd name="connsiteX8-745" fmla="*/ 1925868 w 2363999"/>
                <a:gd name="connsiteY8-746" fmla="*/ 520703 h 571342"/>
                <a:gd name="connsiteX9-747" fmla="*/ 1903687 w 2363999"/>
                <a:gd name="connsiteY9-748" fmla="*/ 534368 h 571342"/>
                <a:gd name="connsiteX10-749" fmla="*/ 1925543 w 2363999"/>
                <a:gd name="connsiteY10-750" fmla="*/ 521167 h 571342"/>
                <a:gd name="connsiteX11-751" fmla="*/ 1925868 w 2363999"/>
                <a:gd name="connsiteY11-752" fmla="*/ 520703 h 571342"/>
                <a:gd name="connsiteX12-753" fmla="*/ 2015163 w 2363999"/>
                <a:gd name="connsiteY12-754" fmla="*/ 237969 h 571342"/>
                <a:gd name="connsiteX13-755" fmla="*/ 2008503 w 2363999"/>
                <a:gd name="connsiteY13-756" fmla="*/ 256760 h 571342"/>
                <a:gd name="connsiteX14-757" fmla="*/ 2005802 w 2363999"/>
                <a:gd name="connsiteY14-758" fmla="*/ 266702 h 571342"/>
                <a:gd name="connsiteX15-759" fmla="*/ 2015163 w 2363999"/>
                <a:gd name="connsiteY15-760" fmla="*/ 237969 h 571342"/>
                <a:gd name="connsiteX16-761" fmla="*/ 265870 w 2363999"/>
                <a:gd name="connsiteY16-762" fmla="*/ 65658 h 571342"/>
                <a:gd name="connsiteX17-763" fmla="*/ 265911 w 2363999"/>
                <a:gd name="connsiteY17-764" fmla="*/ 65718 h 571342"/>
                <a:gd name="connsiteX18-765" fmla="*/ 265878 w 2363999"/>
                <a:gd name="connsiteY18-766" fmla="*/ 65666 h 571342"/>
                <a:gd name="connsiteX19-767" fmla="*/ 265870 w 2363999"/>
                <a:gd name="connsiteY19-768" fmla="*/ 65658 h 571342"/>
                <a:gd name="connsiteX20-769" fmla="*/ 2135985 w 2363999"/>
                <a:gd name="connsiteY20-770" fmla="*/ 28244 h 571342"/>
                <a:gd name="connsiteX21-771" fmla="*/ 2133654 w 2363999"/>
                <a:gd name="connsiteY21-772" fmla="*/ 29611 h 571342"/>
                <a:gd name="connsiteX22-773" fmla="*/ 2132127 w 2363999"/>
                <a:gd name="connsiteY22-774" fmla="*/ 31186 h 571342"/>
                <a:gd name="connsiteX23-775" fmla="*/ 2135985 w 2363999"/>
                <a:gd name="connsiteY23-776" fmla="*/ 28244 h 571342"/>
                <a:gd name="connsiteX24-777" fmla="*/ 225027 w 2363999"/>
                <a:gd name="connsiteY24-778" fmla="*/ 26112 h 571342"/>
                <a:gd name="connsiteX25-779" fmla="*/ 234357 w 2363999"/>
                <a:gd name="connsiteY25-780" fmla="*/ 33223 h 571342"/>
                <a:gd name="connsiteX26-781" fmla="*/ 230650 w 2363999"/>
                <a:gd name="connsiteY26-782" fmla="*/ 29406 h 571342"/>
                <a:gd name="connsiteX27-783" fmla="*/ 225027 w 2363999"/>
                <a:gd name="connsiteY27-784" fmla="*/ 26112 h 571342"/>
                <a:gd name="connsiteX28-785" fmla="*/ 2172602 w 2363999"/>
                <a:gd name="connsiteY28-786" fmla="*/ 7291 h 571342"/>
                <a:gd name="connsiteX29-787" fmla="*/ 2171251 w 2363999"/>
                <a:gd name="connsiteY29-788" fmla="*/ 7547 h 571342"/>
                <a:gd name="connsiteX30-789" fmla="*/ 2168355 w 2363999"/>
                <a:gd name="connsiteY30-790" fmla="*/ 9246 h 571342"/>
                <a:gd name="connsiteX31-791" fmla="*/ 2172602 w 2363999"/>
                <a:gd name="connsiteY31-792" fmla="*/ 7291 h 571342"/>
                <a:gd name="connsiteX32-793" fmla="*/ 190309 w 2363999"/>
                <a:gd name="connsiteY32-794" fmla="*/ 6887 h 571342"/>
                <a:gd name="connsiteX33-795" fmla="*/ 199179 w 2363999"/>
                <a:gd name="connsiteY33-796" fmla="*/ 10969 h 571342"/>
                <a:gd name="connsiteX34-797" fmla="*/ 193099 w 2363999"/>
                <a:gd name="connsiteY34-798" fmla="*/ 7406 h 571342"/>
                <a:gd name="connsiteX35-799" fmla="*/ 190309 w 2363999"/>
                <a:gd name="connsiteY35-800" fmla="*/ 6887 h 571342"/>
                <a:gd name="connsiteX36-801" fmla="*/ 153333 w 2363999"/>
                <a:gd name="connsiteY36-802" fmla="*/ 0 h 571342"/>
                <a:gd name="connsiteX37-803" fmla="*/ 2211154 w 2363999"/>
                <a:gd name="connsiteY37-804" fmla="*/ 0 h 571342"/>
                <a:gd name="connsiteX38-805" fmla="*/ 2208720 w 2363999"/>
                <a:gd name="connsiteY38-806" fmla="*/ 460 h 571342"/>
                <a:gd name="connsiteX39-807" fmla="*/ 2235119 w 2363999"/>
                <a:gd name="connsiteY39-808" fmla="*/ 2694 h 571342"/>
                <a:gd name="connsiteX40-809" fmla="*/ 2363999 w 2363999"/>
                <a:gd name="connsiteY40-810" fmla="*/ 91319 h 571342"/>
                <a:gd name="connsiteX41-811" fmla="*/ 2343005 w 2363999"/>
                <a:gd name="connsiteY41-812" fmla="*/ 91319 h 571342"/>
                <a:gd name="connsiteX42-813" fmla="*/ 1981149 w 2363999"/>
                <a:gd name="connsiteY42-814" fmla="*/ 464889 h 571342"/>
                <a:gd name="connsiteX43-815" fmla="*/ 1854676 w 2363999"/>
                <a:gd name="connsiteY43-816" fmla="*/ 571342 h 571342"/>
                <a:gd name="connsiteX44-817" fmla="*/ 511282 w 2363999"/>
                <a:gd name="connsiteY44-818" fmla="*/ 571342 h 571342"/>
                <a:gd name="connsiteX45-819" fmla="*/ 441102 w 2363999"/>
                <a:gd name="connsiteY45-820" fmla="*/ 460528 h 571342"/>
                <a:gd name="connsiteX46-821" fmla="*/ 20999 w 2363999"/>
                <a:gd name="connsiteY46-822" fmla="*/ 91319 h 571342"/>
                <a:gd name="connsiteX47-823" fmla="*/ 0 w 2363999"/>
                <a:gd name="connsiteY47-824" fmla="*/ 91319 h 571342"/>
                <a:gd name="connsiteX48-825" fmla="*/ 128675 w 2363999"/>
                <a:gd name="connsiteY48-826" fmla="*/ 2694 h 571342"/>
                <a:gd name="connsiteX49-827" fmla="*/ 155574 w 2363999"/>
                <a:gd name="connsiteY49-828" fmla="*/ 417 h 571342"/>
                <a:gd name="connsiteX50-829" fmla="*/ 153333 w 2363999"/>
                <a:gd name="connsiteY50-830" fmla="*/ 0 h 571342"/>
                <a:gd name="connsiteX0-831" fmla="*/ 1852725 w 2363999"/>
                <a:gd name="connsiteY0-832" fmla="*/ 546927 h 571342"/>
                <a:gd name="connsiteX1-833" fmla="*/ 511282 w 2363999"/>
                <a:gd name="connsiteY1-834" fmla="*/ 546928 h 571342"/>
                <a:gd name="connsiteX2-835" fmla="*/ 1852722 w 2363999"/>
                <a:gd name="connsiteY2-836" fmla="*/ 546928 h 571342"/>
                <a:gd name="connsiteX3-837" fmla="*/ 1852725 w 2363999"/>
                <a:gd name="connsiteY3-838" fmla="*/ 546927 h 571342"/>
                <a:gd name="connsiteX4-839" fmla="*/ 1896952 w 2363999"/>
                <a:gd name="connsiteY4-840" fmla="*/ 538436 h 571342"/>
                <a:gd name="connsiteX5-841" fmla="*/ 1867843 w 2363999"/>
                <a:gd name="connsiteY5-842" fmla="*/ 544282 h 571342"/>
                <a:gd name="connsiteX6-843" fmla="*/ 1895198 w 2363999"/>
                <a:gd name="connsiteY6-844" fmla="*/ 539495 h 571342"/>
                <a:gd name="connsiteX7-845" fmla="*/ 1896952 w 2363999"/>
                <a:gd name="connsiteY7-846" fmla="*/ 538436 h 571342"/>
                <a:gd name="connsiteX8-847" fmla="*/ 1925868 w 2363999"/>
                <a:gd name="connsiteY8-848" fmla="*/ 520703 h 571342"/>
                <a:gd name="connsiteX9-849" fmla="*/ 1903687 w 2363999"/>
                <a:gd name="connsiteY9-850" fmla="*/ 534368 h 571342"/>
                <a:gd name="connsiteX10-851" fmla="*/ 1925543 w 2363999"/>
                <a:gd name="connsiteY10-852" fmla="*/ 521167 h 571342"/>
                <a:gd name="connsiteX11-853" fmla="*/ 1925868 w 2363999"/>
                <a:gd name="connsiteY11-854" fmla="*/ 520703 h 571342"/>
                <a:gd name="connsiteX12-855" fmla="*/ 2015163 w 2363999"/>
                <a:gd name="connsiteY12-856" fmla="*/ 237969 h 571342"/>
                <a:gd name="connsiteX13-857" fmla="*/ 2008503 w 2363999"/>
                <a:gd name="connsiteY13-858" fmla="*/ 256760 h 571342"/>
                <a:gd name="connsiteX14-859" fmla="*/ 2005802 w 2363999"/>
                <a:gd name="connsiteY14-860" fmla="*/ 266702 h 571342"/>
                <a:gd name="connsiteX15-861" fmla="*/ 2015163 w 2363999"/>
                <a:gd name="connsiteY15-862" fmla="*/ 237969 h 571342"/>
                <a:gd name="connsiteX16-863" fmla="*/ 265870 w 2363999"/>
                <a:gd name="connsiteY16-864" fmla="*/ 65658 h 571342"/>
                <a:gd name="connsiteX17-865" fmla="*/ 265911 w 2363999"/>
                <a:gd name="connsiteY17-866" fmla="*/ 65718 h 571342"/>
                <a:gd name="connsiteX18-867" fmla="*/ 265878 w 2363999"/>
                <a:gd name="connsiteY18-868" fmla="*/ 65666 h 571342"/>
                <a:gd name="connsiteX19-869" fmla="*/ 265870 w 2363999"/>
                <a:gd name="connsiteY19-870" fmla="*/ 65658 h 571342"/>
                <a:gd name="connsiteX20-871" fmla="*/ 2135985 w 2363999"/>
                <a:gd name="connsiteY20-872" fmla="*/ 28244 h 571342"/>
                <a:gd name="connsiteX21-873" fmla="*/ 2133654 w 2363999"/>
                <a:gd name="connsiteY21-874" fmla="*/ 29611 h 571342"/>
                <a:gd name="connsiteX22-875" fmla="*/ 2132127 w 2363999"/>
                <a:gd name="connsiteY22-876" fmla="*/ 31186 h 571342"/>
                <a:gd name="connsiteX23-877" fmla="*/ 2135985 w 2363999"/>
                <a:gd name="connsiteY23-878" fmla="*/ 28244 h 571342"/>
                <a:gd name="connsiteX24-879" fmla="*/ 230650 w 2363999"/>
                <a:gd name="connsiteY24-880" fmla="*/ 29406 h 571342"/>
                <a:gd name="connsiteX25-881" fmla="*/ 234357 w 2363999"/>
                <a:gd name="connsiteY25-882" fmla="*/ 33223 h 571342"/>
                <a:gd name="connsiteX26-883" fmla="*/ 230650 w 2363999"/>
                <a:gd name="connsiteY26-884" fmla="*/ 29406 h 571342"/>
                <a:gd name="connsiteX27-885" fmla="*/ 2172602 w 2363999"/>
                <a:gd name="connsiteY27-886" fmla="*/ 7291 h 571342"/>
                <a:gd name="connsiteX28-887" fmla="*/ 2171251 w 2363999"/>
                <a:gd name="connsiteY28-888" fmla="*/ 7547 h 571342"/>
                <a:gd name="connsiteX29-889" fmla="*/ 2168355 w 2363999"/>
                <a:gd name="connsiteY29-890" fmla="*/ 9246 h 571342"/>
                <a:gd name="connsiteX30-891" fmla="*/ 2172602 w 2363999"/>
                <a:gd name="connsiteY30-892" fmla="*/ 7291 h 571342"/>
                <a:gd name="connsiteX31-893" fmla="*/ 190309 w 2363999"/>
                <a:gd name="connsiteY31-894" fmla="*/ 6887 h 571342"/>
                <a:gd name="connsiteX32-895" fmla="*/ 199179 w 2363999"/>
                <a:gd name="connsiteY32-896" fmla="*/ 10969 h 571342"/>
                <a:gd name="connsiteX33-897" fmla="*/ 193099 w 2363999"/>
                <a:gd name="connsiteY33-898" fmla="*/ 7406 h 571342"/>
                <a:gd name="connsiteX34-899" fmla="*/ 190309 w 2363999"/>
                <a:gd name="connsiteY34-900" fmla="*/ 6887 h 571342"/>
                <a:gd name="connsiteX35-901" fmla="*/ 153333 w 2363999"/>
                <a:gd name="connsiteY35-902" fmla="*/ 0 h 571342"/>
                <a:gd name="connsiteX36-903" fmla="*/ 2211154 w 2363999"/>
                <a:gd name="connsiteY36-904" fmla="*/ 0 h 571342"/>
                <a:gd name="connsiteX37-905" fmla="*/ 2208720 w 2363999"/>
                <a:gd name="connsiteY37-906" fmla="*/ 460 h 571342"/>
                <a:gd name="connsiteX38-907" fmla="*/ 2235119 w 2363999"/>
                <a:gd name="connsiteY38-908" fmla="*/ 2694 h 571342"/>
                <a:gd name="connsiteX39-909" fmla="*/ 2363999 w 2363999"/>
                <a:gd name="connsiteY39-910" fmla="*/ 91319 h 571342"/>
                <a:gd name="connsiteX40-911" fmla="*/ 2343005 w 2363999"/>
                <a:gd name="connsiteY40-912" fmla="*/ 91319 h 571342"/>
                <a:gd name="connsiteX41-913" fmla="*/ 1981149 w 2363999"/>
                <a:gd name="connsiteY41-914" fmla="*/ 464889 h 571342"/>
                <a:gd name="connsiteX42-915" fmla="*/ 1854676 w 2363999"/>
                <a:gd name="connsiteY42-916" fmla="*/ 571342 h 571342"/>
                <a:gd name="connsiteX43-917" fmla="*/ 511282 w 2363999"/>
                <a:gd name="connsiteY43-918" fmla="*/ 571342 h 571342"/>
                <a:gd name="connsiteX44-919" fmla="*/ 441102 w 2363999"/>
                <a:gd name="connsiteY44-920" fmla="*/ 460528 h 571342"/>
                <a:gd name="connsiteX45-921" fmla="*/ 20999 w 2363999"/>
                <a:gd name="connsiteY45-922" fmla="*/ 91319 h 571342"/>
                <a:gd name="connsiteX46-923" fmla="*/ 0 w 2363999"/>
                <a:gd name="connsiteY46-924" fmla="*/ 91319 h 571342"/>
                <a:gd name="connsiteX47-925" fmla="*/ 128675 w 2363999"/>
                <a:gd name="connsiteY47-926" fmla="*/ 2694 h 571342"/>
                <a:gd name="connsiteX48-927" fmla="*/ 155574 w 2363999"/>
                <a:gd name="connsiteY48-928" fmla="*/ 417 h 571342"/>
                <a:gd name="connsiteX49-929" fmla="*/ 153333 w 2363999"/>
                <a:gd name="connsiteY49-930" fmla="*/ 0 h 571342"/>
                <a:gd name="connsiteX0-931" fmla="*/ 1852725 w 2363999"/>
                <a:gd name="connsiteY0-932" fmla="*/ 546927 h 571342"/>
                <a:gd name="connsiteX1-933" fmla="*/ 511282 w 2363999"/>
                <a:gd name="connsiteY1-934" fmla="*/ 546928 h 571342"/>
                <a:gd name="connsiteX2-935" fmla="*/ 1852722 w 2363999"/>
                <a:gd name="connsiteY2-936" fmla="*/ 546928 h 571342"/>
                <a:gd name="connsiteX3-937" fmla="*/ 1852725 w 2363999"/>
                <a:gd name="connsiteY3-938" fmla="*/ 546927 h 571342"/>
                <a:gd name="connsiteX4-939" fmla="*/ 1896952 w 2363999"/>
                <a:gd name="connsiteY4-940" fmla="*/ 538436 h 571342"/>
                <a:gd name="connsiteX5-941" fmla="*/ 1867843 w 2363999"/>
                <a:gd name="connsiteY5-942" fmla="*/ 544282 h 571342"/>
                <a:gd name="connsiteX6-943" fmla="*/ 1895198 w 2363999"/>
                <a:gd name="connsiteY6-944" fmla="*/ 539495 h 571342"/>
                <a:gd name="connsiteX7-945" fmla="*/ 1896952 w 2363999"/>
                <a:gd name="connsiteY7-946" fmla="*/ 538436 h 571342"/>
                <a:gd name="connsiteX8-947" fmla="*/ 1925868 w 2363999"/>
                <a:gd name="connsiteY8-948" fmla="*/ 520703 h 571342"/>
                <a:gd name="connsiteX9-949" fmla="*/ 1903687 w 2363999"/>
                <a:gd name="connsiteY9-950" fmla="*/ 534368 h 571342"/>
                <a:gd name="connsiteX10-951" fmla="*/ 1925543 w 2363999"/>
                <a:gd name="connsiteY10-952" fmla="*/ 521167 h 571342"/>
                <a:gd name="connsiteX11-953" fmla="*/ 1925868 w 2363999"/>
                <a:gd name="connsiteY11-954" fmla="*/ 520703 h 571342"/>
                <a:gd name="connsiteX12-955" fmla="*/ 2015163 w 2363999"/>
                <a:gd name="connsiteY12-956" fmla="*/ 237969 h 571342"/>
                <a:gd name="connsiteX13-957" fmla="*/ 2008503 w 2363999"/>
                <a:gd name="connsiteY13-958" fmla="*/ 256760 h 571342"/>
                <a:gd name="connsiteX14-959" fmla="*/ 2005802 w 2363999"/>
                <a:gd name="connsiteY14-960" fmla="*/ 266702 h 571342"/>
                <a:gd name="connsiteX15-961" fmla="*/ 2015163 w 2363999"/>
                <a:gd name="connsiteY15-962" fmla="*/ 237969 h 571342"/>
                <a:gd name="connsiteX16-963" fmla="*/ 265870 w 2363999"/>
                <a:gd name="connsiteY16-964" fmla="*/ 65658 h 571342"/>
                <a:gd name="connsiteX17-965" fmla="*/ 265911 w 2363999"/>
                <a:gd name="connsiteY17-966" fmla="*/ 65718 h 571342"/>
                <a:gd name="connsiteX18-967" fmla="*/ 265878 w 2363999"/>
                <a:gd name="connsiteY18-968" fmla="*/ 65666 h 571342"/>
                <a:gd name="connsiteX19-969" fmla="*/ 265870 w 2363999"/>
                <a:gd name="connsiteY19-970" fmla="*/ 65658 h 571342"/>
                <a:gd name="connsiteX20-971" fmla="*/ 2135985 w 2363999"/>
                <a:gd name="connsiteY20-972" fmla="*/ 28244 h 571342"/>
                <a:gd name="connsiteX21-973" fmla="*/ 2133654 w 2363999"/>
                <a:gd name="connsiteY21-974" fmla="*/ 29611 h 571342"/>
                <a:gd name="connsiteX22-975" fmla="*/ 2132127 w 2363999"/>
                <a:gd name="connsiteY22-976" fmla="*/ 31186 h 571342"/>
                <a:gd name="connsiteX23-977" fmla="*/ 2135985 w 2363999"/>
                <a:gd name="connsiteY23-978" fmla="*/ 28244 h 571342"/>
                <a:gd name="connsiteX24-979" fmla="*/ 2172602 w 2363999"/>
                <a:gd name="connsiteY24-980" fmla="*/ 7291 h 571342"/>
                <a:gd name="connsiteX25-981" fmla="*/ 2171251 w 2363999"/>
                <a:gd name="connsiteY25-982" fmla="*/ 7547 h 571342"/>
                <a:gd name="connsiteX26-983" fmla="*/ 2168355 w 2363999"/>
                <a:gd name="connsiteY26-984" fmla="*/ 9246 h 571342"/>
                <a:gd name="connsiteX27-985" fmla="*/ 2172602 w 2363999"/>
                <a:gd name="connsiteY27-986" fmla="*/ 7291 h 571342"/>
                <a:gd name="connsiteX28-987" fmla="*/ 190309 w 2363999"/>
                <a:gd name="connsiteY28-988" fmla="*/ 6887 h 571342"/>
                <a:gd name="connsiteX29-989" fmla="*/ 199179 w 2363999"/>
                <a:gd name="connsiteY29-990" fmla="*/ 10969 h 571342"/>
                <a:gd name="connsiteX30-991" fmla="*/ 193099 w 2363999"/>
                <a:gd name="connsiteY30-992" fmla="*/ 7406 h 571342"/>
                <a:gd name="connsiteX31-993" fmla="*/ 190309 w 2363999"/>
                <a:gd name="connsiteY31-994" fmla="*/ 6887 h 571342"/>
                <a:gd name="connsiteX32-995" fmla="*/ 153333 w 2363999"/>
                <a:gd name="connsiteY32-996" fmla="*/ 0 h 571342"/>
                <a:gd name="connsiteX33-997" fmla="*/ 2211154 w 2363999"/>
                <a:gd name="connsiteY33-998" fmla="*/ 0 h 571342"/>
                <a:gd name="connsiteX34-999" fmla="*/ 2208720 w 2363999"/>
                <a:gd name="connsiteY34-1000" fmla="*/ 460 h 571342"/>
                <a:gd name="connsiteX35-1001" fmla="*/ 2235119 w 2363999"/>
                <a:gd name="connsiteY35-1002" fmla="*/ 2694 h 571342"/>
                <a:gd name="connsiteX36-1003" fmla="*/ 2363999 w 2363999"/>
                <a:gd name="connsiteY36-1004" fmla="*/ 91319 h 571342"/>
                <a:gd name="connsiteX37-1005" fmla="*/ 2343005 w 2363999"/>
                <a:gd name="connsiteY37-1006" fmla="*/ 91319 h 571342"/>
                <a:gd name="connsiteX38-1007" fmla="*/ 1981149 w 2363999"/>
                <a:gd name="connsiteY38-1008" fmla="*/ 464889 h 571342"/>
                <a:gd name="connsiteX39-1009" fmla="*/ 1854676 w 2363999"/>
                <a:gd name="connsiteY39-1010" fmla="*/ 571342 h 571342"/>
                <a:gd name="connsiteX40-1011" fmla="*/ 511282 w 2363999"/>
                <a:gd name="connsiteY40-1012" fmla="*/ 571342 h 571342"/>
                <a:gd name="connsiteX41-1013" fmla="*/ 441102 w 2363999"/>
                <a:gd name="connsiteY41-1014" fmla="*/ 460528 h 571342"/>
                <a:gd name="connsiteX42-1015" fmla="*/ 20999 w 2363999"/>
                <a:gd name="connsiteY42-1016" fmla="*/ 91319 h 571342"/>
                <a:gd name="connsiteX43-1017" fmla="*/ 0 w 2363999"/>
                <a:gd name="connsiteY43-1018" fmla="*/ 91319 h 571342"/>
                <a:gd name="connsiteX44-1019" fmla="*/ 128675 w 2363999"/>
                <a:gd name="connsiteY44-1020" fmla="*/ 2694 h 571342"/>
                <a:gd name="connsiteX45-1021" fmla="*/ 155574 w 2363999"/>
                <a:gd name="connsiteY45-1022" fmla="*/ 417 h 571342"/>
                <a:gd name="connsiteX46-1023" fmla="*/ 153333 w 2363999"/>
                <a:gd name="connsiteY46-1024" fmla="*/ 0 h 571342"/>
                <a:gd name="connsiteX0-1025" fmla="*/ 1852725 w 2363999"/>
                <a:gd name="connsiteY0-1026" fmla="*/ 546927 h 571342"/>
                <a:gd name="connsiteX1-1027" fmla="*/ 511282 w 2363999"/>
                <a:gd name="connsiteY1-1028" fmla="*/ 546928 h 571342"/>
                <a:gd name="connsiteX2-1029" fmla="*/ 1852722 w 2363999"/>
                <a:gd name="connsiteY2-1030" fmla="*/ 546928 h 571342"/>
                <a:gd name="connsiteX3-1031" fmla="*/ 1852725 w 2363999"/>
                <a:gd name="connsiteY3-1032" fmla="*/ 546927 h 571342"/>
                <a:gd name="connsiteX4-1033" fmla="*/ 1896952 w 2363999"/>
                <a:gd name="connsiteY4-1034" fmla="*/ 538436 h 571342"/>
                <a:gd name="connsiteX5-1035" fmla="*/ 1867843 w 2363999"/>
                <a:gd name="connsiteY5-1036" fmla="*/ 544282 h 571342"/>
                <a:gd name="connsiteX6-1037" fmla="*/ 1895198 w 2363999"/>
                <a:gd name="connsiteY6-1038" fmla="*/ 539495 h 571342"/>
                <a:gd name="connsiteX7-1039" fmla="*/ 1896952 w 2363999"/>
                <a:gd name="connsiteY7-1040" fmla="*/ 538436 h 571342"/>
                <a:gd name="connsiteX8-1041" fmla="*/ 1925868 w 2363999"/>
                <a:gd name="connsiteY8-1042" fmla="*/ 520703 h 571342"/>
                <a:gd name="connsiteX9-1043" fmla="*/ 1903687 w 2363999"/>
                <a:gd name="connsiteY9-1044" fmla="*/ 534368 h 571342"/>
                <a:gd name="connsiteX10-1045" fmla="*/ 1925543 w 2363999"/>
                <a:gd name="connsiteY10-1046" fmla="*/ 521167 h 571342"/>
                <a:gd name="connsiteX11-1047" fmla="*/ 1925868 w 2363999"/>
                <a:gd name="connsiteY11-1048" fmla="*/ 520703 h 571342"/>
                <a:gd name="connsiteX12-1049" fmla="*/ 2015163 w 2363999"/>
                <a:gd name="connsiteY12-1050" fmla="*/ 237969 h 571342"/>
                <a:gd name="connsiteX13-1051" fmla="*/ 2008503 w 2363999"/>
                <a:gd name="connsiteY13-1052" fmla="*/ 256760 h 571342"/>
                <a:gd name="connsiteX14-1053" fmla="*/ 2005802 w 2363999"/>
                <a:gd name="connsiteY14-1054" fmla="*/ 266702 h 571342"/>
                <a:gd name="connsiteX15-1055" fmla="*/ 2015163 w 2363999"/>
                <a:gd name="connsiteY15-1056" fmla="*/ 237969 h 571342"/>
                <a:gd name="connsiteX16-1057" fmla="*/ 265878 w 2363999"/>
                <a:gd name="connsiteY16-1058" fmla="*/ 65666 h 571342"/>
                <a:gd name="connsiteX17-1059" fmla="*/ 265911 w 2363999"/>
                <a:gd name="connsiteY17-1060" fmla="*/ 65718 h 571342"/>
                <a:gd name="connsiteX18-1061" fmla="*/ 265878 w 2363999"/>
                <a:gd name="connsiteY18-1062" fmla="*/ 65666 h 571342"/>
                <a:gd name="connsiteX19-1063" fmla="*/ 2135985 w 2363999"/>
                <a:gd name="connsiteY19-1064" fmla="*/ 28244 h 571342"/>
                <a:gd name="connsiteX20-1065" fmla="*/ 2133654 w 2363999"/>
                <a:gd name="connsiteY20-1066" fmla="*/ 29611 h 571342"/>
                <a:gd name="connsiteX21-1067" fmla="*/ 2132127 w 2363999"/>
                <a:gd name="connsiteY21-1068" fmla="*/ 31186 h 571342"/>
                <a:gd name="connsiteX22-1069" fmla="*/ 2135985 w 2363999"/>
                <a:gd name="connsiteY22-1070" fmla="*/ 28244 h 571342"/>
                <a:gd name="connsiteX23-1071" fmla="*/ 2172602 w 2363999"/>
                <a:gd name="connsiteY23-1072" fmla="*/ 7291 h 571342"/>
                <a:gd name="connsiteX24-1073" fmla="*/ 2171251 w 2363999"/>
                <a:gd name="connsiteY24-1074" fmla="*/ 7547 h 571342"/>
                <a:gd name="connsiteX25-1075" fmla="*/ 2168355 w 2363999"/>
                <a:gd name="connsiteY25-1076" fmla="*/ 9246 h 571342"/>
                <a:gd name="connsiteX26-1077" fmla="*/ 2172602 w 2363999"/>
                <a:gd name="connsiteY26-1078" fmla="*/ 7291 h 571342"/>
                <a:gd name="connsiteX27-1079" fmla="*/ 190309 w 2363999"/>
                <a:gd name="connsiteY27-1080" fmla="*/ 6887 h 571342"/>
                <a:gd name="connsiteX28-1081" fmla="*/ 199179 w 2363999"/>
                <a:gd name="connsiteY28-1082" fmla="*/ 10969 h 571342"/>
                <a:gd name="connsiteX29-1083" fmla="*/ 193099 w 2363999"/>
                <a:gd name="connsiteY29-1084" fmla="*/ 7406 h 571342"/>
                <a:gd name="connsiteX30-1085" fmla="*/ 190309 w 2363999"/>
                <a:gd name="connsiteY30-1086" fmla="*/ 6887 h 571342"/>
                <a:gd name="connsiteX31-1087" fmla="*/ 153333 w 2363999"/>
                <a:gd name="connsiteY31-1088" fmla="*/ 0 h 571342"/>
                <a:gd name="connsiteX32-1089" fmla="*/ 2211154 w 2363999"/>
                <a:gd name="connsiteY32-1090" fmla="*/ 0 h 571342"/>
                <a:gd name="connsiteX33-1091" fmla="*/ 2208720 w 2363999"/>
                <a:gd name="connsiteY33-1092" fmla="*/ 460 h 571342"/>
                <a:gd name="connsiteX34-1093" fmla="*/ 2235119 w 2363999"/>
                <a:gd name="connsiteY34-1094" fmla="*/ 2694 h 571342"/>
                <a:gd name="connsiteX35-1095" fmla="*/ 2363999 w 2363999"/>
                <a:gd name="connsiteY35-1096" fmla="*/ 91319 h 571342"/>
                <a:gd name="connsiteX36-1097" fmla="*/ 2343005 w 2363999"/>
                <a:gd name="connsiteY36-1098" fmla="*/ 91319 h 571342"/>
                <a:gd name="connsiteX37-1099" fmla="*/ 1981149 w 2363999"/>
                <a:gd name="connsiteY37-1100" fmla="*/ 464889 h 571342"/>
                <a:gd name="connsiteX38-1101" fmla="*/ 1854676 w 2363999"/>
                <a:gd name="connsiteY38-1102" fmla="*/ 571342 h 571342"/>
                <a:gd name="connsiteX39-1103" fmla="*/ 511282 w 2363999"/>
                <a:gd name="connsiteY39-1104" fmla="*/ 571342 h 571342"/>
                <a:gd name="connsiteX40-1105" fmla="*/ 441102 w 2363999"/>
                <a:gd name="connsiteY40-1106" fmla="*/ 460528 h 571342"/>
                <a:gd name="connsiteX41-1107" fmla="*/ 20999 w 2363999"/>
                <a:gd name="connsiteY41-1108" fmla="*/ 91319 h 571342"/>
                <a:gd name="connsiteX42-1109" fmla="*/ 0 w 2363999"/>
                <a:gd name="connsiteY42-1110" fmla="*/ 91319 h 571342"/>
                <a:gd name="connsiteX43-1111" fmla="*/ 128675 w 2363999"/>
                <a:gd name="connsiteY43-1112" fmla="*/ 2694 h 571342"/>
                <a:gd name="connsiteX44-1113" fmla="*/ 155574 w 2363999"/>
                <a:gd name="connsiteY44-1114" fmla="*/ 417 h 571342"/>
                <a:gd name="connsiteX45-1115" fmla="*/ 153333 w 2363999"/>
                <a:gd name="connsiteY45-1116" fmla="*/ 0 h 571342"/>
                <a:gd name="connsiteX0-1117" fmla="*/ 1852725 w 2363999"/>
                <a:gd name="connsiteY0-1118" fmla="*/ 546927 h 571342"/>
                <a:gd name="connsiteX1-1119" fmla="*/ 511282 w 2363999"/>
                <a:gd name="connsiteY1-1120" fmla="*/ 546928 h 571342"/>
                <a:gd name="connsiteX2-1121" fmla="*/ 1852722 w 2363999"/>
                <a:gd name="connsiteY2-1122" fmla="*/ 546928 h 571342"/>
                <a:gd name="connsiteX3-1123" fmla="*/ 1852725 w 2363999"/>
                <a:gd name="connsiteY3-1124" fmla="*/ 546927 h 571342"/>
                <a:gd name="connsiteX4-1125" fmla="*/ 1896952 w 2363999"/>
                <a:gd name="connsiteY4-1126" fmla="*/ 538436 h 571342"/>
                <a:gd name="connsiteX5-1127" fmla="*/ 1867843 w 2363999"/>
                <a:gd name="connsiteY5-1128" fmla="*/ 544282 h 571342"/>
                <a:gd name="connsiteX6-1129" fmla="*/ 1895198 w 2363999"/>
                <a:gd name="connsiteY6-1130" fmla="*/ 539495 h 571342"/>
                <a:gd name="connsiteX7-1131" fmla="*/ 1896952 w 2363999"/>
                <a:gd name="connsiteY7-1132" fmla="*/ 538436 h 571342"/>
                <a:gd name="connsiteX8-1133" fmla="*/ 1925868 w 2363999"/>
                <a:gd name="connsiteY8-1134" fmla="*/ 520703 h 571342"/>
                <a:gd name="connsiteX9-1135" fmla="*/ 1903687 w 2363999"/>
                <a:gd name="connsiteY9-1136" fmla="*/ 534368 h 571342"/>
                <a:gd name="connsiteX10-1137" fmla="*/ 1925543 w 2363999"/>
                <a:gd name="connsiteY10-1138" fmla="*/ 521167 h 571342"/>
                <a:gd name="connsiteX11-1139" fmla="*/ 1925868 w 2363999"/>
                <a:gd name="connsiteY11-1140" fmla="*/ 520703 h 571342"/>
                <a:gd name="connsiteX12-1141" fmla="*/ 2015163 w 2363999"/>
                <a:gd name="connsiteY12-1142" fmla="*/ 237969 h 571342"/>
                <a:gd name="connsiteX13-1143" fmla="*/ 2008503 w 2363999"/>
                <a:gd name="connsiteY13-1144" fmla="*/ 256760 h 571342"/>
                <a:gd name="connsiteX14-1145" fmla="*/ 2005802 w 2363999"/>
                <a:gd name="connsiteY14-1146" fmla="*/ 266702 h 571342"/>
                <a:gd name="connsiteX15-1147" fmla="*/ 2015163 w 2363999"/>
                <a:gd name="connsiteY15-1148" fmla="*/ 237969 h 571342"/>
                <a:gd name="connsiteX16-1149" fmla="*/ 2135985 w 2363999"/>
                <a:gd name="connsiteY16-1150" fmla="*/ 28244 h 571342"/>
                <a:gd name="connsiteX17-1151" fmla="*/ 2133654 w 2363999"/>
                <a:gd name="connsiteY17-1152" fmla="*/ 29611 h 571342"/>
                <a:gd name="connsiteX18-1153" fmla="*/ 2132127 w 2363999"/>
                <a:gd name="connsiteY18-1154" fmla="*/ 31186 h 571342"/>
                <a:gd name="connsiteX19-1155" fmla="*/ 2135985 w 2363999"/>
                <a:gd name="connsiteY19-1156" fmla="*/ 28244 h 571342"/>
                <a:gd name="connsiteX20-1157" fmla="*/ 2172602 w 2363999"/>
                <a:gd name="connsiteY20-1158" fmla="*/ 7291 h 571342"/>
                <a:gd name="connsiteX21-1159" fmla="*/ 2171251 w 2363999"/>
                <a:gd name="connsiteY21-1160" fmla="*/ 7547 h 571342"/>
                <a:gd name="connsiteX22-1161" fmla="*/ 2168355 w 2363999"/>
                <a:gd name="connsiteY22-1162" fmla="*/ 9246 h 571342"/>
                <a:gd name="connsiteX23-1163" fmla="*/ 2172602 w 2363999"/>
                <a:gd name="connsiteY23-1164" fmla="*/ 7291 h 571342"/>
                <a:gd name="connsiteX24-1165" fmla="*/ 190309 w 2363999"/>
                <a:gd name="connsiteY24-1166" fmla="*/ 6887 h 571342"/>
                <a:gd name="connsiteX25-1167" fmla="*/ 199179 w 2363999"/>
                <a:gd name="connsiteY25-1168" fmla="*/ 10969 h 571342"/>
                <a:gd name="connsiteX26-1169" fmla="*/ 193099 w 2363999"/>
                <a:gd name="connsiteY26-1170" fmla="*/ 7406 h 571342"/>
                <a:gd name="connsiteX27-1171" fmla="*/ 190309 w 2363999"/>
                <a:gd name="connsiteY27-1172" fmla="*/ 6887 h 571342"/>
                <a:gd name="connsiteX28-1173" fmla="*/ 153333 w 2363999"/>
                <a:gd name="connsiteY28-1174" fmla="*/ 0 h 571342"/>
                <a:gd name="connsiteX29-1175" fmla="*/ 2211154 w 2363999"/>
                <a:gd name="connsiteY29-1176" fmla="*/ 0 h 571342"/>
                <a:gd name="connsiteX30-1177" fmla="*/ 2208720 w 2363999"/>
                <a:gd name="connsiteY30-1178" fmla="*/ 460 h 571342"/>
                <a:gd name="connsiteX31-1179" fmla="*/ 2235119 w 2363999"/>
                <a:gd name="connsiteY31-1180" fmla="*/ 2694 h 571342"/>
                <a:gd name="connsiteX32-1181" fmla="*/ 2363999 w 2363999"/>
                <a:gd name="connsiteY32-1182" fmla="*/ 91319 h 571342"/>
                <a:gd name="connsiteX33-1183" fmla="*/ 2343005 w 2363999"/>
                <a:gd name="connsiteY33-1184" fmla="*/ 91319 h 571342"/>
                <a:gd name="connsiteX34-1185" fmla="*/ 1981149 w 2363999"/>
                <a:gd name="connsiteY34-1186" fmla="*/ 464889 h 571342"/>
                <a:gd name="connsiteX35-1187" fmla="*/ 1854676 w 2363999"/>
                <a:gd name="connsiteY35-1188" fmla="*/ 571342 h 571342"/>
                <a:gd name="connsiteX36-1189" fmla="*/ 511282 w 2363999"/>
                <a:gd name="connsiteY36-1190" fmla="*/ 571342 h 571342"/>
                <a:gd name="connsiteX37-1191" fmla="*/ 441102 w 2363999"/>
                <a:gd name="connsiteY37-1192" fmla="*/ 460528 h 571342"/>
                <a:gd name="connsiteX38-1193" fmla="*/ 20999 w 2363999"/>
                <a:gd name="connsiteY38-1194" fmla="*/ 91319 h 571342"/>
                <a:gd name="connsiteX39-1195" fmla="*/ 0 w 2363999"/>
                <a:gd name="connsiteY39-1196" fmla="*/ 91319 h 571342"/>
                <a:gd name="connsiteX40-1197" fmla="*/ 128675 w 2363999"/>
                <a:gd name="connsiteY40-1198" fmla="*/ 2694 h 571342"/>
                <a:gd name="connsiteX41-1199" fmla="*/ 155574 w 2363999"/>
                <a:gd name="connsiteY41-1200" fmla="*/ 417 h 571342"/>
                <a:gd name="connsiteX42-1201" fmla="*/ 153333 w 2363999"/>
                <a:gd name="connsiteY42-1202" fmla="*/ 0 h 571342"/>
                <a:gd name="connsiteX0-1203" fmla="*/ 1852725 w 2363999"/>
                <a:gd name="connsiteY0-1204" fmla="*/ 546927 h 571342"/>
                <a:gd name="connsiteX1-1205" fmla="*/ 511282 w 2363999"/>
                <a:gd name="connsiteY1-1206" fmla="*/ 546928 h 571342"/>
                <a:gd name="connsiteX2-1207" fmla="*/ 1852722 w 2363999"/>
                <a:gd name="connsiteY2-1208" fmla="*/ 546928 h 571342"/>
                <a:gd name="connsiteX3-1209" fmla="*/ 1852725 w 2363999"/>
                <a:gd name="connsiteY3-1210" fmla="*/ 546927 h 571342"/>
                <a:gd name="connsiteX4-1211" fmla="*/ 1896952 w 2363999"/>
                <a:gd name="connsiteY4-1212" fmla="*/ 538436 h 571342"/>
                <a:gd name="connsiteX5-1213" fmla="*/ 1867843 w 2363999"/>
                <a:gd name="connsiteY5-1214" fmla="*/ 544282 h 571342"/>
                <a:gd name="connsiteX6-1215" fmla="*/ 1895198 w 2363999"/>
                <a:gd name="connsiteY6-1216" fmla="*/ 539495 h 571342"/>
                <a:gd name="connsiteX7-1217" fmla="*/ 1896952 w 2363999"/>
                <a:gd name="connsiteY7-1218" fmla="*/ 538436 h 571342"/>
                <a:gd name="connsiteX8-1219" fmla="*/ 1925868 w 2363999"/>
                <a:gd name="connsiteY8-1220" fmla="*/ 520703 h 571342"/>
                <a:gd name="connsiteX9-1221" fmla="*/ 1903687 w 2363999"/>
                <a:gd name="connsiteY9-1222" fmla="*/ 534368 h 571342"/>
                <a:gd name="connsiteX10-1223" fmla="*/ 1925543 w 2363999"/>
                <a:gd name="connsiteY10-1224" fmla="*/ 521167 h 571342"/>
                <a:gd name="connsiteX11-1225" fmla="*/ 1925868 w 2363999"/>
                <a:gd name="connsiteY11-1226" fmla="*/ 520703 h 571342"/>
                <a:gd name="connsiteX12-1227" fmla="*/ 2015163 w 2363999"/>
                <a:gd name="connsiteY12-1228" fmla="*/ 237969 h 571342"/>
                <a:gd name="connsiteX13-1229" fmla="*/ 2008503 w 2363999"/>
                <a:gd name="connsiteY13-1230" fmla="*/ 256760 h 571342"/>
                <a:gd name="connsiteX14-1231" fmla="*/ 2005802 w 2363999"/>
                <a:gd name="connsiteY14-1232" fmla="*/ 266702 h 571342"/>
                <a:gd name="connsiteX15-1233" fmla="*/ 2015163 w 2363999"/>
                <a:gd name="connsiteY15-1234" fmla="*/ 237969 h 571342"/>
                <a:gd name="connsiteX16-1235" fmla="*/ 2135985 w 2363999"/>
                <a:gd name="connsiteY16-1236" fmla="*/ 28244 h 571342"/>
                <a:gd name="connsiteX17-1237" fmla="*/ 2133654 w 2363999"/>
                <a:gd name="connsiteY17-1238" fmla="*/ 29611 h 571342"/>
                <a:gd name="connsiteX18-1239" fmla="*/ 2132127 w 2363999"/>
                <a:gd name="connsiteY18-1240" fmla="*/ 31186 h 571342"/>
                <a:gd name="connsiteX19-1241" fmla="*/ 2135985 w 2363999"/>
                <a:gd name="connsiteY19-1242" fmla="*/ 28244 h 571342"/>
                <a:gd name="connsiteX20-1243" fmla="*/ 2172602 w 2363999"/>
                <a:gd name="connsiteY20-1244" fmla="*/ 7291 h 571342"/>
                <a:gd name="connsiteX21-1245" fmla="*/ 2171251 w 2363999"/>
                <a:gd name="connsiteY21-1246" fmla="*/ 7547 h 571342"/>
                <a:gd name="connsiteX22-1247" fmla="*/ 2168355 w 2363999"/>
                <a:gd name="connsiteY22-1248" fmla="*/ 9246 h 571342"/>
                <a:gd name="connsiteX23-1249" fmla="*/ 2172602 w 2363999"/>
                <a:gd name="connsiteY23-1250" fmla="*/ 7291 h 571342"/>
                <a:gd name="connsiteX24-1251" fmla="*/ 193099 w 2363999"/>
                <a:gd name="connsiteY24-1252" fmla="*/ 7406 h 571342"/>
                <a:gd name="connsiteX25-1253" fmla="*/ 199179 w 2363999"/>
                <a:gd name="connsiteY25-1254" fmla="*/ 10969 h 571342"/>
                <a:gd name="connsiteX26-1255" fmla="*/ 193099 w 2363999"/>
                <a:gd name="connsiteY26-1256" fmla="*/ 7406 h 571342"/>
                <a:gd name="connsiteX27-1257" fmla="*/ 153333 w 2363999"/>
                <a:gd name="connsiteY27-1258" fmla="*/ 0 h 571342"/>
                <a:gd name="connsiteX28-1259" fmla="*/ 2211154 w 2363999"/>
                <a:gd name="connsiteY28-1260" fmla="*/ 0 h 571342"/>
                <a:gd name="connsiteX29-1261" fmla="*/ 2208720 w 2363999"/>
                <a:gd name="connsiteY29-1262" fmla="*/ 460 h 571342"/>
                <a:gd name="connsiteX30-1263" fmla="*/ 2235119 w 2363999"/>
                <a:gd name="connsiteY30-1264" fmla="*/ 2694 h 571342"/>
                <a:gd name="connsiteX31-1265" fmla="*/ 2363999 w 2363999"/>
                <a:gd name="connsiteY31-1266" fmla="*/ 91319 h 571342"/>
                <a:gd name="connsiteX32-1267" fmla="*/ 2343005 w 2363999"/>
                <a:gd name="connsiteY32-1268" fmla="*/ 91319 h 571342"/>
                <a:gd name="connsiteX33-1269" fmla="*/ 1981149 w 2363999"/>
                <a:gd name="connsiteY33-1270" fmla="*/ 464889 h 571342"/>
                <a:gd name="connsiteX34-1271" fmla="*/ 1854676 w 2363999"/>
                <a:gd name="connsiteY34-1272" fmla="*/ 571342 h 571342"/>
                <a:gd name="connsiteX35-1273" fmla="*/ 511282 w 2363999"/>
                <a:gd name="connsiteY35-1274" fmla="*/ 571342 h 571342"/>
                <a:gd name="connsiteX36-1275" fmla="*/ 441102 w 2363999"/>
                <a:gd name="connsiteY36-1276" fmla="*/ 460528 h 571342"/>
                <a:gd name="connsiteX37-1277" fmla="*/ 20999 w 2363999"/>
                <a:gd name="connsiteY37-1278" fmla="*/ 91319 h 571342"/>
                <a:gd name="connsiteX38-1279" fmla="*/ 0 w 2363999"/>
                <a:gd name="connsiteY38-1280" fmla="*/ 91319 h 571342"/>
                <a:gd name="connsiteX39-1281" fmla="*/ 128675 w 2363999"/>
                <a:gd name="connsiteY39-1282" fmla="*/ 2694 h 571342"/>
                <a:gd name="connsiteX40-1283" fmla="*/ 155574 w 2363999"/>
                <a:gd name="connsiteY40-1284" fmla="*/ 417 h 571342"/>
                <a:gd name="connsiteX41-1285" fmla="*/ 153333 w 2363999"/>
                <a:gd name="connsiteY41-1286" fmla="*/ 0 h 571342"/>
                <a:gd name="connsiteX0-1287" fmla="*/ 1852725 w 2363999"/>
                <a:gd name="connsiteY0-1288" fmla="*/ 546927 h 571342"/>
                <a:gd name="connsiteX1-1289" fmla="*/ 511282 w 2363999"/>
                <a:gd name="connsiteY1-1290" fmla="*/ 546928 h 571342"/>
                <a:gd name="connsiteX2-1291" fmla="*/ 1852722 w 2363999"/>
                <a:gd name="connsiteY2-1292" fmla="*/ 546928 h 571342"/>
                <a:gd name="connsiteX3-1293" fmla="*/ 1852725 w 2363999"/>
                <a:gd name="connsiteY3-1294" fmla="*/ 546927 h 571342"/>
                <a:gd name="connsiteX4-1295" fmla="*/ 1896952 w 2363999"/>
                <a:gd name="connsiteY4-1296" fmla="*/ 538436 h 571342"/>
                <a:gd name="connsiteX5-1297" fmla="*/ 1867843 w 2363999"/>
                <a:gd name="connsiteY5-1298" fmla="*/ 544282 h 571342"/>
                <a:gd name="connsiteX6-1299" fmla="*/ 1895198 w 2363999"/>
                <a:gd name="connsiteY6-1300" fmla="*/ 539495 h 571342"/>
                <a:gd name="connsiteX7-1301" fmla="*/ 1896952 w 2363999"/>
                <a:gd name="connsiteY7-1302" fmla="*/ 538436 h 571342"/>
                <a:gd name="connsiteX8-1303" fmla="*/ 1925868 w 2363999"/>
                <a:gd name="connsiteY8-1304" fmla="*/ 520703 h 571342"/>
                <a:gd name="connsiteX9-1305" fmla="*/ 1903687 w 2363999"/>
                <a:gd name="connsiteY9-1306" fmla="*/ 534368 h 571342"/>
                <a:gd name="connsiteX10-1307" fmla="*/ 1925543 w 2363999"/>
                <a:gd name="connsiteY10-1308" fmla="*/ 521167 h 571342"/>
                <a:gd name="connsiteX11-1309" fmla="*/ 1925868 w 2363999"/>
                <a:gd name="connsiteY11-1310" fmla="*/ 520703 h 571342"/>
                <a:gd name="connsiteX12-1311" fmla="*/ 2015163 w 2363999"/>
                <a:gd name="connsiteY12-1312" fmla="*/ 237969 h 571342"/>
                <a:gd name="connsiteX13-1313" fmla="*/ 2008503 w 2363999"/>
                <a:gd name="connsiteY13-1314" fmla="*/ 256760 h 571342"/>
                <a:gd name="connsiteX14-1315" fmla="*/ 2005802 w 2363999"/>
                <a:gd name="connsiteY14-1316" fmla="*/ 266702 h 571342"/>
                <a:gd name="connsiteX15-1317" fmla="*/ 2015163 w 2363999"/>
                <a:gd name="connsiteY15-1318" fmla="*/ 237969 h 571342"/>
                <a:gd name="connsiteX16-1319" fmla="*/ 2135985 w 2363999"/>
                <a:gd name="connsiteY16-1320" fmla="*/ 28244 h 571342"/>
                <a:gd name="connsiteX17-1321" fmla="*/ 2133654 w 2363999"/>
                <a:gd name="connsiteY17-1322" fmla="*/ 29611 h 571342"/>
                <a:gd name="connsiteX18-1323" fmla="*/ 2132127 w 2363999"/>
                <a:gd name="connsiteY18-1324" fmla="*/ 31186 h 571342"/>
                <a:gd name="connsiteX19-1325" fmla="*/ 2135985 w 2363999"/>
                <a:gd name="connsiteY19-1326" fmla="*/ 28244 h 571342"/>
                <a:gd name="connsiteX20-1327" fmla="*/ 2172602 w 2363999"/>
                <a:gd name="connsiteY20-1328" fmla="*/ 7291 h 571342"/>
                <a:gd name="connsiteX21-1329" fmla="*/ 2171251 w 2363999"/>
                <a:gd name="connsiteY21-1330" fmla="*/ 7547 h 571342"/>
                <a:gd name="connsiteX22-1331" fmla="*/ 2168355 w 2363999"/>
                <a:gd name="connsiteY22-1332" fmla="*/ 9246 h 571342"/>
                <a:gd name="connsiteX23-1333" fmla="*/ 2172602 w 2363999"/>
                <a:gd name="connsiteY23-1334" fmla="*/ 7291 h 571342"/>
                <a:gd name="connsiteX24-1335" fmla="*/ 153333 w 2363999"/>
                <a:gd name="connsiteY24-1336" fmla="*/ 0 h 571342"/>
                <a:gd name="connsiteX25-1337" fmla="*/ 2211154 w 2363999"/>
                <a:gd name="connsiteY25-1338" fmla="*/ 0 h 571342"/>
                <a:gd name="connsiteX26-1339" fmla="*/ 2208720 w 2363999"/>
                <a:gd name="connsiteY26-1340" fmla="*/ 460 h 571342"/>
                <a:gd name="connsiteX27-1341" fmla="*/ 2235119 w 2363999"/>
                <a:gd name="connsiteY27-1342" fmla="*/ 2694 h 571342"/>
                <a:gd name="connsiteX28-1343" fmla="*/ 2363999 w 2363999"/>
                <a:gd name="connsiteY28-1344" fmla="*/ 91319 h 571342"/>
                <a:gd name="connsiteX29-1345" fmla="*/ 2343005 w 2363999"/>
                <a:gd name="connsiteY29-1346" fmla="*/ 91319 h 571342"/>
                <a:gd name="connsiteX30-1347" fmla="*/ 1981149 w 2363999"/>
                <a:gd name="connsiteY30-1348" fmla="*/ 464889 h 571342"/>
                <a:gd name="connsiteX31-1349" fmla="*/ 1854676 w 2363999"/>
                <a:gd name="connsiteY31-1350" fmla="*/ 571342 h 571342"/>
                <a:gd name="connsiteX32-1351" fmla="*/ 511282 w 2363999"/>
                <a:gd name="connsiteY32-1352" fmla="*/ 571342 h 571342"/>
                <a:gd name="connsiteX33-1353" fmla="*/ 441102 w 2363999"/>
                <a:gd name="connsiteY33-1354" fmla="*/ 460528 h 571342"/>
                <a:gd name="connsiteX34-1355" fmla="*/ 20999 w 2363999"/>
                <a:gd name="connsiteY34-1356" fmla="*/ 91319 h 571342"/>
                <a:gd name="connsiteX35-1357" fmla="*/ 0 w 2363999"/>
                <a:gd name="connsiteY35-1358" fmla="*/ 91319 h 571342"/>
                <a:gd name="connsiteX36-1359" fmla="*/ 128675 w 2363999"/>
                <a:gd name="connsiteY36-1360" fmla="*/ 2694 h 571342"/>
                <a:gd name="connsiteX37-1361" fmla="*/ 155574 w 2363999"/>
                <a:gd name="connsiteY37-1362" fmla="*/ 417 h 571342"/>
                <a:gd name="connsiteX38-1363" fmla="*/ 153333 w 2363999"/>
                <a:gd name="connsiteY38-1364" fmla="*/ 0 h 571342"/>
                <a:gd name="connsiteX0-1365" fmla="*/ 1852725 w 2363999"/>
                <a:gd name="connsiteY0-1366" fmla="*/ 546927 h 571342"/>
                <a:gd name="connsiteX1-1367" fmla="*/ 511282 w 2363999"/>
                <a:gd name="connsiteY1-1368" fmla="*/ 546928 h 571342"/>
                <a:gd name="connsiteX2-1369" fmla="*/ 1852722 w 2363999"/>
                <a:gd name="connsiteY2-1370" fmla="*/ 546928 h 571342"/>
                <a:gd name="connsiteX3-1371" fmla="*/ 1852725 w 2363999"/>
                <a:gd name="connsiteY3-1372" fmla="*/ 546927 h 571342"/>
                <a:gd name="connsiteX4-1373" fmla="*/ 1896952 w 2363999"/>
                <a:gd name="connsiteY4-1374" fmla="*/ 538436 h 571342"/>
                <a:gd name="connsiteX5-1375" fmla="*/ 1867843 w 2363999"/>
                <a:gd name="connsiteY5-1376" fmla="*/ 544282 h 571342"/>
                <a:gd name="connsiteX6-1377" fmla="*/ 1895198 w 2363999"/>
                <a:gd name="connsiteY6-1378" fmla="*/ 539495 h 571342"/>
                <a:gd name="connsiteX7-1379" fmla="*/ 1896952 w 2363999"/>
                <a:gd name="connsiteY7-1380" fmla="*/ 538436 h 571342"/>
                <a:gd name="connsiteX8-1381" fmla="*/ 1925868 w 2363999"/>
                <a:gd name="connsiteY8-1382" fmla="*/ 520703 h 571342"/>
                <a:gd name="connsiteX9-1383" fmla="*/ 1903687 w 2363999"/>
                <a:gd name="connsiteY9-1384" fmla="*/ 534368 h 571342"/>
                <a:gd name="connsiteX10-1385" fmla="*/ 1925543 w 2363999"/>
                <a:gd name="connsiteY10-1386" fmla="*/ 521167 h 571342"/>
                <a:gd name="connsiteX11-1387" fmla="*/ 1925868 w 2363999"/>
                <a:gd name="connsiteY11-1388" fmla="*/ 520703 h 571342"/>
                <a:gd name="connsiteX12-1389" fmla="*/ 2015163 w 2363999"/>
                <a:gd name="connsiteY12-1390" fmla="*/ 237969 h 571342"/>
                <a:gd name="connsiteX13-1391" fmla="*/ 2008503 w 2363999"/>
                <a:gd name="connsiteY13-1392" fmla="*/ 256760 h 571342"/>
                <a:gd name="connsiteX14-1393" fmla="*/ 2005802 w 2363999"/>
                <a:gd name="connsiteY14-1394" fmla="*/ 266702 h 571342"/>
                <a:gd name="connsiteX15-1395" fmla="*/ 2015163 w 2363999"/>
                <a:gd name="connsiteY15-1396" fmla="*/ 237969 h 571342"/>
                <a:gd name="connsiteX16-1397" fmla="*/ 2135985 w 2363999"/>
                <a:gd name="connsiteY16-1398" fmla="*/ 28244 h 571342"/>
                <a:gd name="connsiteX17-1399" fmla="*/ 2133654 w 2363999"/>
                <a:gd name="connsiteY17-1400" fmla="*/ 29611 h 571342"/>
                <a:gd name="connsiteX18-1401" fmla="*/ 2132127 w 2363999"/>
                <a:gd name="connsiteY18-1402" fmla="*/ 31186 h 571342"/>
                <a:gd name="connsiteX19-1403" fmla="*/ 2135985 w 2363999"/>
                <a:gd name="connsiteY19-1404" fmla="*/ 28244 h 571342"/>
                <a:gd name="connsiteX20-1405" fmla="*/ 2172602 w 2363999"/>
                <a:gd name="connsiteY20-1406" fmla="*/ 7291 h 571342"/>
                <a:gd name="connsiteX21-1407" fmla="*/ 2171251 w 2363999"/>
                <a:gd name="connsiteY21-1408" fmla="*/ 7547 h 571342"/>
                <a:gd name="connsiteX22-1409" fmla="*/ 2168355 w 2363999"/>
                <a:gd name="connsiteY22-1410" fmla="*/ 9246 h 571342"/>
                <a:gd name="connsiteX23-1411" fmla="*/ 2172602 w 2363999"/>
                <a:gd name="connsiteY23-1412" fmla="*/ 7291 h 571342"/>
                <a:gd name="connsiteX24-1413" fmla="*/ 155574 w 2363999"/>
                <a:gd name="connsiteY24-1414" fmla="*/ 417 h 571342"/>
                <a:gd name="connsiteX25-1415" fmla="*/ 2211154 w 2363999"/>
                <a:gd name="connsiteY25-1416" fmla="*/ 0 h 571342"/>
                <a:gd name="connsiteX26-1417" fmla="*/ 2208720 w 2363999"/>
                <a:gd name="connsiteY26-1418" fmla="*/ 460 h 571342"/>
                <a:gd name="connsiteX27-1419" fmla="*/ 2235119 w 2363999"/>
                <a:gd name="connsiteY27-1420" fmla="*/ 2694 h 571342"/>
                <a:gd name="connsiteX28-1421" fmla="*/ 2363999 w 2363999"/>
                <a:gd name="connsiteY28-1422" fmla="*/ 91319 h 571342"/>
                <a:gd name="connsiteX29-1423" fmla="*/ 2343005 w 2363999"/>
                <a:gd name="connsiteY29-1424" fmla="*/ 91319 h 571342"/>
                <a:gd name="connsiteX30-1425" fmla="*/ 1981149 w 2363999"/>
                <a:gd name="connsiteY30-1426" fmla="*/ 464889 h 571342"/>
                <a:gd name="connsiteX31-1427" fmla="*/ 1854676 w 2363999"/>
                <a:gd name="connsiteY31-1428" fmla="*/ 571342 h 571342"/>
                <a:gd name="connsiteX32-1429" fmla="*/ 511282 w 2363999"/>
                <a:gd name="connsiteY32-1430" fmla="*/ 571342 h 571342"/>
                <a:gd name="connsiteX33-1431" fmla="*/ 441102 w 2363999"/>
                <a:gd name="connsiteY33-1432" fmla="*/ 460528 h 571342"/>
                <a:gd name="connsiteX34-1433" fmla="*/ 20999 w 2363999"/>
                <a:gd name="connsiteY34-1434" fmla="*/ 91319 h 571342"/>
                <a:gd name="connsiteX35-1435" fmla="*/ 0 w 2363999"/>
                <a:gd name="connsiteY35-1436" fmla="*/ 91319 h 571342"/>
                <a:gd name="connsiteX36-1437" fmla="*/ 128675 w 2363999"/>
                <a:gd name="connsiteY36-1438" fmla="*/ 2694 h 571342"/>
                <a:gd name="connsiteX37-1439" fmla="*/ 155574 w 2363999"/>
                <a:gd name="connsiteY37-1440" fmla="*/ 417 h 571342"/>
                <a:gd name="connsiteX0-1441" fmla="*/ 1852725 w 2363999"/>
                <a:gd name="connsiteY0-1442" fmla="*/ 546927 h 571342"/>
                <a:gd name="connsiteX1-1443" fmla="*/ 511282 w 2363999"/>
                <a:gd name="connsiteY1-1444" fmla="*/ 546928 h 571342"/>
                <a:gd name="connsiteX2-1445" fmla="*/ 1852722 w 2363999"/>
                <a:gd name="connsiteY2-1446" fmla="*/ 546928 h 571342"/>
                <a:gd name="connsiteX3-1447" fmla="*/ 1852725 w 2363999"/>
                <a:gd name="connsiteY3-1448" fmla="*/ 546927 h 571342"/>
                <a:gd name="connsiteX4-1449" fmla="*/ 1896952 w 2363999"/>
                <a:gd name="connsiteY4-1450" fmla="*/ 538436 h 571342"/>
                <a:gd name="connsiteX5-1451" fmla="*/ 1867843 w 2363999"/>
                <a:gd name="connsiteY5-1452" fmla="*/ 544282 h 571342"/>
                <a:gd name="connsiteX6-1453" fmla="*/ 1895198 w 2363999"/>
                <a:gd name="connsiteY6-1454" fmla="*/ 539495 h 571342"/>
                <a:gd name="connsiteX7-1455" fmla="*/ 1896952 w 2363999"/>
                <a:gd name="connsiteY7-1456" fmla="*/ 538436 h 571342"/>
                <a:gd name="connsiteX8-1457" fmla="*/ 1925868 w 2363999"/>
                <a:gd name="connsiteY8-1458" fmla="*/ 520703 h 571342"/>
                <a:gd name="connsiteX9-1459" fmla="*/ 1903687 w 2363999"/>
                <a:gd name="connsiteY9-1460" fmla="*/ 534368 h 571342"/>
                <a:gd name="connsiteX10-1461" fmla="*/ 1925543 w 2363999"/>
                <a:gd name="connsiteY10-1462" fmla="*/ 521167 h 571342"/>
                <a:gd name="connsiteX11-1463" fmla="*/ 1925868 w 2363999"/>
                <a:gd name="connsiteY11-1464" fmla="*/ 520703 h 571342"/>
                <a:gd name="connsiteX12-1465" fmla="*/ 2015163 w 2363999"/>
                <a:gd name="connsiteY12-1466" fmla="*/ 237969 h 571342"/>
                <a:gd name="connsiteX13-1467" fmla="*/ 2008503 w 2363999"/>
                <a:gd name="connsiteY13-1468" fmla="*/ 256760 h 571342"/>
                <a:gd name="connsiteX14-1469" fmla="*/ 2005802 w 2363999"/>
                <a:gd name="connsiteY14-1470" fmla="*/ 266702 h 571342"/>
                <a:gd name="connsiteX15-1471" fmla="*/ 2015163 w 2363999"/>
                <a:gd name="connsiteY15-1472" fmla="*/ 237969 h 571342"/>
                <a:gd name="connsiteX16-1473" fmla="*/ 2135985 w 2363999"/>
                <a:gd name="connsiteY16-1474" fmla="*/ 28244 h 571342"/>
                <a:gd name="connsiteX17-1475" fmla="*/ 2133654 w 2363999"/>
                <a:gd name="connsiteY17-1476" fmla="*/ 29611 h 571342"/>
                <a:gd name="connsiteX18-1477" fmla="*/ 2132127 w 2363999"/>
                <a:gd name="connsiteY18-1478" fmla="*/ 31186 h 571342"/>
                <a:gd name="connsiteX19-1479" fmla="*/ 2135985 w 2363999"/>
                <a:gd name="connsiteY19-1480" fmla="*/ 28244 h 571342"/>
                <a:gd name="connsiteX20-1481" fmla="*/ 2172602 w 2363999"/>
                <a:gd name="connsiteY20-1482" fmla="*/ 7291 h 571342"/>
                <a:gd name="connsiteX21-1483" fmla="*/ 2171251 w 2363999"/>
                <a:gd name="connsiteY21-1484" fmla="*/ 7547 h 571342"/>
                <a:gd name="connsiteX22-1485" fmla="*/ 2168355 w 2363999"/>
                <a:gd name="connsiteY22-1486" fmla="*/ 9246 h 571342"/>
                <a:gd name="connsiteX23-1487" fmla="*/ 2172602 w 2363999"/>
                <a:gd name="connsiteY23-1488" fmla="*/ 7291 h 571342"/>
                <a:gd name="connsiteX24-1489" fmla="*/ 155574 w 2363999"/>
                <a:gd name="connsiteY24-1490" fmla="*/ 417 h 571342"/>
                <a:gd name="connsiteX25-1491" fmla="*/ 2211154 w 2363999"/>
                <a:gd name="connsiteY25-1492" fmla="*/ 0 h 571342"/>
                <a:gd name="connsiteX26-1493" fmla="*/ 2208720 w 2363999"/>
                <a:gd name="connsiteY26-1494" fmla="*/ 460 h 571342"/>
                <a:gd name="connsiteX27-1495" fmla="*/ 2235119 w 2363999"/>
                <a:gd name="connsiteY27-1496" fmla="*/ 2694 h 571342"/>
                <a:gd name="connsiteX28-1497" fmla="*/ 2363999 w 2363999"/>
                <a:gd name="connsiteY28-1498" fmla="*/ 91319 h 571342"/>
                <a:gd name="connsiteX29-1499" fmla="*/ 2343005 w 2363999"/>
                <a:gd name="connsiteY29-1500" fmla="*/ 91319 h 571342"/>
                <a:gd name="connsiteX30-1501" fmla="*/ 1981149 w 2363999"/>
                <a:gd name="connsiteY30-1502" fmla="*/ 464889 h 571342"/>
                <a:gd name="connsiteX31-1503" fmla="*/ 1854676 w 2363999"/>
                <a:gd name="connsiteY31-1504" fmla="*/ 571342 h 571342"/>
                <a:gd name="connsiteX32-1505" fmla="*/ 511282 w 2363999"/>
                <a:gd name="connsiteY32-1506" fmla="*/ 571342 h 571342"/>
                <a:gd name="connsiteX33-1507" fmla="*/ 441102 w 2363999"/>
                <a:gd name="connsiteY33-1508" fmla="*/ 460528 h 571342"/>
                <a:gd name="connsiteX34-1509" fmla="*/ 20999 w 2363999"/>
                <a:gd name="connsiteY34-1510" fmla="*/ 91319 h 571342"/>
                <a:gd name="connsiteX35-1511" fmla="*/ 0 w 2363999"/>
                <a:gd name="connsiteY35-1512" fmla="*/ 91319 h 571342"/>
                <a:gd name="connsiteX36-1513" fmla="*/ 128675 w 2363999"/>
                <a:gd name="connsiteY36-1514" fmla="*/ 2694 h 571342"/>
                <a:gd name="connsiteX37-1515" fmla="*/ 155574 w 2363999"/>
                <a:gd name="connsiteY37-1516" fmla="*/ 417 h 571342"/>
                <a:gd name="connsiteX0-1517" fmla="*/ 1852725 w 2363999"/>
                <a:gd name="connsiteY0-1518" fmla="*/ 546927 h 571342"/>
                <a:gd name="connsiteX1-1519" fmla="*/ 511282 w 2363999"/>
                <a:gd name="connsiteY1-1520" fmla="*/ 546928 h 571342"/>
                <a:gd name="connsiteX2-1521" fmla="*/ 1852722 w 2363999"/>
                <a:gd name="connsiteY2-1522" fmla="*/ 546928 h 571342"/>
                <a:gd name="connsiteX3-1523" fmla="*/ 1852725 w 2363999"/>
                <a:gd name="connsiteY3-1524" fmla="*/ 546927 h 571342"/>
                <a:gd name="connsiteX4-1525" fmla="*/ 1896952 w 2363999"/>
                <a:gd name="connsiteY4-1526" fmla="*/ 538436 h 571342"/>
                <a:gd name="connsiteX5-1527" fmla="*/ 1867843 w 2363999"/>
                <a:gd name="connsiteY5-1528" fmla="*/ 544282 h 571342"/>
                <a:gd name="connsiteX6-1529" fmla="*/ 1895198 w 2363999"/>
                <a:gd name="connsiteY6-1530" fmla="*/ 539495 h 571342"/>
                <a:gd name="connsiteX7-1531" fmla="*/ 1896952 w 2363999"/>
                <a:gd name="connsiteY7-1532" fmla="*/ 538436 h 571342"/>
                <a:gd name="connsiteX8-1533" fmla="*/ 1925868 w 2363999"/>
                <a:gd name="connsiteY8-1534" fmla="*/ 520703 h 571342"/>
                <a:gd name="connsiteX9-1535" fmla="*/ 1903687 w 2363999"/>
                <a:gd name="connsiteY9-1536" fmla="*/ 534368 h 571342"/>
                <a:gd name="connsiteX10-1537" fmla="*/ 1925543 w 2363999"/>
                <a:gd name="connsiteY10-1538" fmla="*/ 521167 h 571342"/>
                <a:gd name="connsiteX11-1539" fmla="*/ 1925868 w 2363999"/>
                <a:gd name="connsiteY11-1540" fmla="*/ 520703 h 571342"/>
                <a:gd name="connsiteX12-1541" fmla="*/ 2015163 w 2363999"/>
                <a:gd name="connsiteY12-1542" fmla="*/ 237969 h 571342"/>
                <a:gd name="connsiteX13-1543" fmla="*/ 2008503 w 2363999"/>
                <a:gd name="connsiteY13-1544" fmla="*/ 256760 h 571342"/>
                <a:gd name="connsiteX14-1545" fmla="*/ 2005802 w 2363999"/>
                <a:gd name="connsiteY14-1546" fmla="*/ 266702 h 571342"/>
                <a:gd name="connsiteX15-1547" fmla="*/ 2015163 w 2363999"/>
                <a:gd name="connsiteY15-1548" fmla="*/ 237969 h 571342"/>
                <a:gd name="connsiteX16-1549" fmla="*/ 2135985 w 2363999"/>
                <a:gd name="connsiteY16-1550" fmla="*/ 28244 h 571342"/>
                <a:gd name="connsiteX17-1551" fmla="*/ 2133654 w 2363999"/>
                <a:gd name="connsiteY17-1552" fmla="*/ 29611 h 571342"/>
                <a:gd name="connsiteX18-1553" fmla="*/ 2132127 w 2363999"/>
                <a:gd name="connsiteY18-1554" fmla="*/ 31186 h 571342"/>
                <a:gd name="connsiteX19-1555" fmla="*/ 2135985 w 2363999"/>
                <a:gd name="connsiteY19-1556" fmla="*/ 28244 h 571342"/>
                <a:gd name="connsiteX20-1557" fmla="*/ 2172602 w 2363999"/>
                <a:gd name="connsiteY20-1558" fmla="*/ 7291 h 571342"/>
                <a:gd name="connsiteX21-1559" fmla="*/ 2171251 w 2363999"/>
                <a:gd name="connsiteY21-1560" fmla="*/ 7547 h 571342"/>
                <a:gd name="connsiteX22-1561" fmla="*/ 2168355 w 2363999"/>
                <a:gd name="connsiteY22-1562" fmla="*/ 9246 h 571342"/>
                <a:gd name="connsiteX23-1563" fmla="*/ 2172602 w 2363999"/>
                <a:gd name="connsiteY23-1564" fmla="*/ 7291 h 571342"/>
                <a:gd name="connsiteX24-1565" fmla="*/ 155574 w 2363999"/>
                <a:gd name="connsiteY24-1566" fmla="*/ 417 h 571342"/>
                <a:gd name="connsiteX25-1567" fmla="*/ 2211154 w 2363999"/>
                <a:gd name="connsiteY25-1568" fmla="*/ 0 h 571342"/>
                <a:gd name="connsiteX26-1569" fmla="*/ 2208720 w 2363999"/>
                <a:gd name="connsiteY26-1570" fmla="*/ 460 h 571342"/>
                <a:gd name="connsiteX27-1571" fmla="*/ 2235119 w 2363999"/>
                <a:gd name="connsiteY27-1572" fmla="*/ 2694 h 571342"/>
                <a:gd name="connsiteX28-1573" fmla="*/ 2363999 w 2363999"/>
                <a:gd name="connsiteY28-1574" fmla="*/ 91319 h 571342"/>
                <a:gd name="connsiteX29-1575" fmla="*/ 2343005 w 2363999"/>
                <a:gd name="connsiteY29-1576" fmla="*/ 91319 h 571342"/>
                <a:gd name="connsiteX30-1577" fmla="*/ 1981149 w 2363999"/>
                <a:gd name="connsiteY30-1578" fmla="*/ 464889 h 571342"/>
                <a:gd name="connsiteX31-1579" fmla="*/ 1854676 w 2363999"/>
                <a:gd name="connsiteY31-1580" fmla="*/ 571342 h 571342"/>
                <a:gd name="connsiteX32-1581" fmla="*/ 511282 w 2363999"/>
                <a:gd name="connsiteY32-1582" fmla="*/ 571342 h 571342"/>
                <a:gd name="connsiteX33-1583" fmla="*/ 439497 w 2363999"/>
                <a:gd name="connsiteY33-1584" fmla="*/ 461820 h 571342"/>
                <a:gd name="connsiteX34-1585" fmla="*/ 20999 w 2363999"/>
                <a:gd name="connsiteY34-1586" fmla="*/ 91319 h 571342"/>
                <a:gd name="connsiteX35-1587" fmla="*/ 0 w 2363999"/>
                <a:gd name="connsiteY35-1588" fmla="*/ 91319 h 571342"/>
                <a:gd name="connsiteX36-1589" fmla="*/ 128675 w 2363999"/>
                <a:gd name="connsiteY36-1590" fmla="*/ 2694 h 571342"/>
                <a:gd name="connsiteX37-1591" fmla="*/ 155574 w 2363999"/>
                <a:gd name="connsiteY37-1592" fmla="*/ 417 h 571342"/>
                <a:gd name="connsiteX0-1593" fmla="*/ 1852725 w 2363999"/>
                <a:gd name="connsiteY0-1594" fmla="*/ 546927 h 571342"/>
                <a:gd name="connsiteX1-1595" fmla="*/ 511282 w 2363999"/>
                <a:gd name="connsiteY1-1596" fmla="*/ 546928 h 571342"/>
                <a:gd name="connsiteX2-1597" fmla="*/ 1852722 w 2363999"/>
                <a:gd name="connsiteY2-1598" fmla="*/ 546928 h 571342"/>
                <a:gd name="connsiteX3-1599" fmla="*/ 1852725 w 2363999"/>
                <a:gd name="connsiteY3-1600" fmla="*/ 546927 h 571342"/>
                <a:gd name="connsiteX4-1601" fmla="*/ 1896952 w 2363999"/>
                <a:gd name="connsiteY4-1602" fmla="*/ 538436 h 571342"/>
                <a:gd name="connsiteX5-1603" fmla="*/ 1867843 w 2363999"/>
                <a:gd name="connsiteY5-1604" fmla="*/ 544282 h 571342"/>
                <a:gd name="connsiteX6-1605" fmla="*/ 1895198 w 2363999"/>
                <a:gd name="connsiteY6-1606" fmla="*/ 539495 h 571342"/>
                <a:gd name="connsiteX7-1607" fmla="*/ 1896952 w 2363999"/>
                <a:gd name="connsiteY7-1608" fmla="*/ 538436 h 571342"/>
                <a:gd name="connsiteX8-1609" fmla="*/ 1925868 w 2363999"/>
                <a:gd name="connsiteY8-1610" fmla="*/ 520703 h 571342"/>
                <a:gd name="connsiteX9-1611" fmla="*/ 1903687 w 2363999"/>
                <a:gd name="connsiteY9-1612" fmla="*/ 534368 h 571342"/>
                <a:gd name="connsiteX10-1613" fmla="*/ 1925543 w 2363999"/>
                <a:gd name="connsiteY10-1614" fmla="*/ 521167 h 571342"/>
                <a:gd name="connsiteX11-1615" fmla="*/ 1925868 w 2363999"/>
                <a:gd name="connsiteY11-1616" fmla="*/ 520703 h 571342"/>
                <a:gd name="connsiteX12-1617" fmla="*/ 2015163 w 2363999"/>
                <a:gd name="connsiteY12-1618" fmla="*/ 237969 h 571342"/>
                <a:gd name="connsiteX13-1619" fmla="*/ 2008503 w 2363999"/>
                <a:gd name="connsiteY13-1620" fmla="*/ 256760 h 571342"/>
                <a:gd name="connsiteX14-1621" fmla="*/ 2005802 w 2363999"/>
                <a:gd name="connsiteY14-1622" fmla="*/ 266702 h 571342"/>
                <a:gd name="connsiteX15-1623" fmla="*/ 2015163 w 2363999"/>
                <a:gd name="connsiteY15-1624" fmla="*/ 237969 h 571342"/>
                <a:gd name="connsiteX16-1625" fmla="*/ 2135985 w 2363999"/>
                <a:gd name="connsiteY16-1626" fmla="*/ 28244 h 571342"/>
                <a:gd name="connsiteX17-1627" fmla="*/ 2133654 w 2363999"/>
                <a:gd name="connsiteY17-1628" fmla="*/ 29611 h 571342"/>
                <a:gd name="connsiteX18-1629" fmla="*/ 2132127 w 2363999"/>
                <a:gd name="connsiteY18-1630" fmla="*/ 31186 h 571342"/>
                <a:gd name="connsiteX19-1631" fmla="*/ 2135985 w 2363999"/>
                <a:gd name="connsiteY19-1632" fmla="*/ 28244 h 571342"/>
                <a:gd name="connsiteX20-1633" fmla="*/ 2172602 w 2363999"/>
                <a:gd name="connsiteY20-1634" fmla="*/ 7291 h 571342"/>
                <a:gd name="connsiteX21-1635" fmla="*/ 2171251 w 2363999"/>
                <a:gd name="connsiteY21-1636" fmla="*/ 7547 h 571342"/>
                <a:gd name="connsiteX22-1637" fmla="*/ 2168355 w 2363999"/>
                <a:gd name="connsiteY22-1638" fmla="*/ 9246 h 571342"/>
                <a:gd name="connsiteX23-1639" fmla="*/ 2172602 w 2363999"/>
                <a:gd name="connsiteY23-1640" fmla="*/ 7291 h 571342"/>
                <a:gd name="connsiteX24-1641" fmla="*/ 155574 w 2363999"/>
                <a:gd name="connsiteY24-1642" fmla="*/ 417 h 571342"/>
                <a:gd name="connsiteX25-1643" fmla="*/ 2211154 w 2363999"/>
                <a:gd name="connsiteY25-1644" fmla="*/ 0 h 571342"/>
                <a:gd name="connsiteX26-1645" fmla="*/ 2208720 w 2363999"/>
                <a:gd name="connsiteY26-1646" fmla="*/ 460 h 571342"/>
                <a:gd name="connsiteX27-1647" fmla="*/ 2235119 w 2363999"/>
                <a:gd name="connsiteY27-1648" fmla="*/ 2694 h 571342"/>
                <a:gd name="connsiteX28-1649" fmla="*/ 2363999 w 2363999"/>
                <a:gd name="connsiteY28-1650" fmla="*/ 91319 h 571342"/>
                <a:gd name="connsiteX29-1651" fmla="*/ 2343005 w 2363999"/>
                <a:gd name="connsiteY29-1652" fmla="*/ 91319 h 571342"/>
                <a:gd name="connsiteX30-1653" fmla="*/ 1981149 w 2363999"/>
                <a:gd name="connsiteY30-1654" fmla="*/ 464889 h 571342"/>
                <a:gd name="connsiteX31-1655" fmla="*/ 1854676 w 2363999"/>
                <a:gd name="connsiteY31-1656" fmla="*/ 571342 h 571342"/>
                <a:gd name="connsiteX32-1657" fmla="*/ 511282 w 2363999"/>
                <a:gd name="connsiteY32-1658" fmla="*/ 571342 h 571342"/>
                <a:gd name="connsiteX33-1659" fmla="*/ 439497 w 2363999"/>
                <a:gd name="connsiteY33-1660" fmla="*/ 461820 h 571342"/>
                <a:gd name="connsiteX34-1661" fmla="*/ 20999 w 2363999"/>
                <a:gd name="connsiteY34-1662" fmla="*/ 91319 h 571342"/>
                <a:gd name="connsiteX35-1663" fmla="*/ 0 w 2363999"/>
                <a:gd name="connsiteY35-1664" fmla="*/ 91319 h 571342"/>
                <a:gd name="connsiteX36-1665" fmla="*/ 128675 w 2363999"/>
                <a:gd name="connsiteY36-1666" fmla="*/ 2694 h 571342"/>
                <a:gd name="connsiteX37-1667" fmla="*/ 155574 w 2363999"/>
                <a:gd name="connsiteY37-1668" fmla="*/ 417 h 571342"/>
                <a:gd name="connsiteX0-1669" fmla="*/ 1852725 w 2363999"/>
                <a:gd name="connsiteY0-1670" fmla="*/ 546927 h 571342"/>
                <a:gd name="connsiteX1-1671" fmla="*/ 511282 w 2363999"/>
                <a:gd name="connsiteY1-1672" fmla="*/ 546928 h 571342"/>
                <a:gd name="connsiteX2-1673" fmla="*/ 1852722 w 2363999"/>
                <a:gd name="connsiteY2-1674" fmla="*/ 546928 h 571342"/>
                <a:gd name="connsiteX3-1675" fmla="*/ 1852725 w 2363999"/>
                <a:gd name="connsiteY3-1676" fmla="*/ 546927 h 571342"/>
                <a:gd name="connsiteX4-1677" fmla="*/ 1896952 w 2363999"/>
                <a:gd name="connsiteY4-1678" fmla="*/ 538436 h 571342"/>
                <a:gd name="connsiteX5-1679" fmla="*/ 1867843 w 2363999"/>
                <a:gd name="connsiteY5-1680" fmla="*/ 544282 h 571342"/>
                <a:gd name="connsiteX6-1681" fmla="*/ 1895198 w 2363999"/>
                <a:gd name="connsiteY6-1682" fmla="*/ 539495 h 571342"/>
                <a:gd name="connsiteX7-1683" fmla="*/ 1896952 w 2363999"/>
                <a:gd name="connsiteY7-1684" fmla="*/ 538436 h 571342"/>
                <a:gd name="connsiteX8-1685" fmla="*/ 1925868 w 2363999"/>
                <a:gd name="connsiteY8-1686" fmla="*/ 520703 h 571342"/>
                <a:gd name="connsiteX9-1687" fmla="*/ 1903687 w 2363999"/>
                <a:gd name="connsiteY9-1688" fmla="*/ 534368 h 571342"/>
                <a:gd name="connsiteX10-1689" fmla="*/ 1925543 w 2363999"/>
                <a:gd name="connsiteY10-1690" fmla="*/ 521167 h 571342"/>
                <a:gd name="connsiteX11-1691" fmla="*/ 1925868 w 2363999"/>
                <a:gd name="connsiteY11-1692" fmla="*/ 520703 h 571342"/>
                <a:gd name="connsiteX12-1693" fmla="*/ 2015163 w 2363999"/>
                <a:gd name="connsiteY12-1694" fmla="*/ 237969 h 571342"/>
                <a:gd name="connsiteX13-1695" fmla="*/ 2008503 w 2363999"/>
                <a:gd name="connsiteY13-1696" fmla="*/ 256760 h 571342"/>
                <a:gd name="connsiteX14-1697" fmla="*/ 2005802 w 2363999"/>
                <a:gd name="connsiteY14-1698" fmla="*/ 266702 h 571342"/>
                <a:gd name="connsiteX15-1699" fmla="*/ 2015163 w 2363999"/>
                <a:gd name="connsiteY15-1700" fmla="*/ 237969 h 571342"/>
                <a:gd name="connsiteX16-1701" fmla="*/ 2135985 w 2363999"/>
                <a:gd name="connsiteY16-1702" fmla="*/ 28244 h 571342"/>
                <a:gd name="connsiteX17-1703" fmla="*/ 2133654 w 2363999"/>
                <a:gd name="connsiteY17-1704" fmla="*/ 29611 h 571342"/>
                <a:gd name="connsiteX18-1705" fmla="*/ 2132127 w 2363999"/>
                <a:gd name="connsiteY18-1706" fmla="*/ 31186 h 571342"/>
                <a:gd name="connsiteX19-1707" fmla="*/ 2135985 w 2363999"/>
                <a:gd name="connsiteY19-1708" fmla="*/ 28244 h 571342"/>
                <a:gd name="connsiteX20-1709" fmla="*/ 2172602 w 2363999"/>
                <a:gd name="connsiteY20-1710" fmla="*/ 7291 h 571342"/>
                <a:gd name="connsiteX21-1711" fmla="*/ 2171251 w 2363999"/>
                <a:gd name="connsiteY21-1712" fmla="*/ 7547 h 571342"/>
                <a:gd name="connsiteX22-1713" fmla="*/ 2168355 w 2363999"/>
                <a:gd name="connsiteY22-1714" fmla="*/ 9246 h 571342"/>
                <a:gd name="connsiteX23-1715" fmla="*/ 2172602 w 2363999"/>
                <a:gd name="connsiteY23-1716" fmla="*/ 7291 h 571342"/>
                <a:gd name="connsiteX24-1717" fmla="*/ 155574 w 2363999"/>
                <a:gd name="connsiteY24-1718" fmla="*/ 417 h 571342"/>
                <a:gd name="connsiteX25-1719" fmla="*/ 2211154 w 2363999"/>
                <a:gd name="connsiteY25-1720" fmla="*/ 0 h 571342"/>
                <a:gd name="connsiteX26-1721" fmla="*/ 2208720 w 2363999"/>
                <a:gd name="connsiteY26-1722" fmla="*/ 460 h 571342"/>
                <a:gd name="connsiteX27-1723" fmla="*/ 2235119 w 2363999"/>
                <a:gd name="connsiteY27-1724" fmla="*/ 2694 h 571342"/>
                <a:gd name="connsiteX28-1725" fmla="*/ 2363999 w 2363999"/>
                <a:gd name="connsiteY28-1726" fmla="*/ 91319 h 571342"/>
                <a:gd name="connsiteX29-1727" fmla="*/ 2343005 w 2363999"/>
                <a:gd name="connsiteY29-1728" fmla="*/ 91319 h 571342"/>
                <a:gd name="connsiteX30-1729" fmla="*/ 1981149 w 2363999"/>
                <a:gd name="connsiteY30-1730" fmla="*/ 464889 h 571342"/>
                <a:gd name="connsiteX31-1731" fmla="*/ 1854676 w 2363999"/>
                <a:gd name="connsiteY31-1732" fmla="*/ 571342 h 571342"/>
                <a:gd name="connsiteX32-1733" fmla="*/ 1008701 w 2363999"/>
                <a:gd name="connsiteY32-1734" fmla="*/ 567468 h 571342"/>
                <a:gd name="connsiteX33-1735" fmla="*/ 439497 w 2363999"/>
                <a:gd name="connsiteY33-1736" fmla="*/ 461820 h 571342"/>
                <a:gd name="connsiteX34-1737" fmla="*/ 20999 w 2363999"/>
                <a:gd name="connsiteY34-1738" fmla="*/ 91319 h 571342"/>
                <a:gd name="connsiteX35-1739" fmla="*/ 0 w 2363999"/>
                <a:gd name="connsiteY35-1740" fmla="*/ 91319 h 571342"/>
                <a:gd name="connsiteX36-1741" fmla="*/ 128675 w 2363999"/>
                <a:gd name="connsiteY36-1742" fmla="*/ 2694 h 571342"/>
                <a:gd name="connsiteX37-1743" fmla="*/ 155574 w 2363999"/>
                <a:gd name="connsiteY37-1744" fmla="*/ 417 h 571342"/>
                <a:gd name="connsiteX0-1745" fmla="*/ 1852725 w 2363999"/>
                <a:gd name="connsiteY0-1746" fmla="*/ 546927 h 571342"/>
                <a:gd name="connsiteX1-1747" fmla="*/ 511282 w 2363999"/>
                <a:gd name="connsiteY1-1748" fmla="*/ 546928 h 571342"/>
                <a:gd name="connsiteX2-1749" fmla="*/ 1852722 w 2363999"/>
                <a:gd name="connsiteY2-1750" fmla="*/ 546928 h 571342"/>
                <a:gd name="connsiteX3-1751" fmla="*/ 1852725 w 2363999"/>
                <a:gd name="connsiteY3-1752" fmla="*/ 546927 h 571342"/>
                <a:gd name="connsiteX4-1753" fmla="*/ 1896952 w 2363999"/>
                <a:gd name="connsiteY4-1754" fmla="*/ 538436 h 571342"/>
                <a:gd name="connsiteX5-1755" fmla="*/ 1867843 w 2363999"/>
                <a:gd name="connsiteY5-1756" fmla="*/ 544282 h 571342"/>
                <a:gd name="connsiteX6-1757" fmla="*/ 1895198 w 2363999"/>
                <a:gd name="connsiteY6-1758" fmla="*/ 539495 h 571342"/>
                <a:gd name="connsiteX7-1759" fmla="*/ 1896952 w 2363999"/>
                <a:gd name="connsiteY7-1760" fmla="*/ 538436 h 571342"/>
                <a:gd name="connsiteX8-1761" fmla="*/ 1925868 w 2363999"/>
                <a:gd name="connsiteY8-1762" fmla="*/ 520703 h 571342"/>
                <a:gd name="connsiteX9-1763" fmla="*/ 1903687 w 2363999"/>
                <a:gd name="connsiteY9-1764" fmla="*/ 534368 h 571342"/>
                <a:gd name="connsiteX10-1765" fmla="*/ 1925543 w 2363999"/>
                <a:gd name="connsiteY10-1766" fmla="*/ 521167 h 571342"/>
                <a:gd name="connsiteX11-1767" fmla="*/ 1925868 w 2363999"/>
                <a:gd name="connsiteY11-1768" fmla="*/ 520703 h 571342"/>
                <a:gd name="connsiteX12-1769" fmla="*/ 2015163 w 2363999"/>
                <a:gd name="connsiteY12-1770" fmla="*/ 237969 h 571342"/>
                <a:gd name="connsiteX13-1771" fmla="*/ 2008503 w 2363999"/>
                <a:gd name="connsiteY13-1772" fmla="*/ 256760 h 571342"/>
                <a:gd name="connsiteX14-1773" fmla="*/ 2005802 w 2363999"/>
                <a:gd name="connsiteY14-1774" fmla="*/ 266702 h 571342"/>
                <a:gd name="connsiteX15-1775" fmla="*/ 2015163 w 2363999"/>
                <a:gd name="connsiteY15-1776" fmla="*/ 237969 h 571342"/>
                <a:gd name="connsiteX16-1777" fmla="*/ 2135985 w 2363999"/>
                <a:gd name="connsiteY16-1778" fmla="*/ 28244 h 571342"/>
                <a:gd name="connsiteX17-1779" fmla="*/ 2133654 w 2363999"/>
                <a:gd name="connsiteY17-1780" fmla="*/ 29611 h 571342"/>
                <a:gd name="connsiteX18-1781" fmla="*/ 2132127 w 2363999"/>
                <a:gd name="connsiteY18-1782" fmla="*/ 31186 h 571342"/>
                <a:gd name="connsiteX19-1783" fmla="*/ 2135985 w 2363999"/>
                <a:gd name="connsiteY19-1784" fmla="*/ 28244 h 571342"/>
                <a:gd name="connsiteX20-1785" fmla="*/ 2172602 w 2363999"/>
                <a:gd name="connsiteY20-1786" fmla="*/ 7291 h 571342"/>
                <a:gd name="connsiteX21-1787" fmla="*/ 2171251 w 2363999"/>
                <a:gd name="connsiteY21-1788" fmla="*/ 7547 h 571342"/>
                <a:gd name="connsiteX22-1789" fmla="*/ 2168355 w 2363999"/>
                <a:gd name="connsiteY22-1790" fmla="*/ 9246 h 571342"/>
                <a:gd name="connsiteX23-1791" fmla="*/ 2172602 w 2363999"/>
                <a:gd name="connsiteY23-1792" fmla="*/ 7291 h 571342"/>
                <a:gd name="connsiteX24-1793" fmla="*/ 155574 w 2363999"/>
                <a:gd name="connsiteY24-1794" fmla="*/ 417 h 571342"/>
                <a:gd name="connsiteX25-1795" fmla="*/ 2211154 w 2363999"/>
                <a:gd name="connsiteY25-1796" fmla="*/ 0 h 571342"/>
                <a:gd name="connsiteX26-1797" fmla="*/ 2208720 w 2363999"/>
                <a:gd name="connsiteY26-1798" fmla="*/ 460 h 571342"/>
                <a:gd name="connsiteX27-1799" fmla="*/ 2235119 w 2363999"/>
                <a:gd name="connsiteY27-1800" fmla="*/ 2694 h 571342"/>
                <a:gd name="connsiteX28-1801" fmla="*/ 2363999 w 2363999"/>
                <a:gd name="connsiteY28-1802" fmla="*/ 91319 h 571342"/>
                <a:gd name="connsiteX29-1803" fmla="*/ 2343005 w 2363999"/>
                <a:gd name="connsiteY29-1804" fmla="*/ 91319 h 571342"/>
                <a:gd name="connsiteX30-1805" fmla="*/ 1981149 w 2363999"/>
                <a:gd name="connsiteY30-1806" fmla="*/ 464889 h 571342"/>
                <a:gd name="connsiteX31-1807" fmla="*/ 1854676 w 2363999"/>
                <a:gd name="connsiteY31-1808" fmla="*/ 571342 h 571342"/>
                <a:gd name="connsiteX32-1809" fmla="*/ 1008701 w 2363999"/>
                <a:gd name="connsiteY32-1810" fmla="*/ 567468 h 571342"/>
                <a:gd name="connsiteX33-1811" fmla="*/ 439497 w 2363999"/>
                <a:gd name="connsiteY33-1812" fmla="*/ 461820 h 571342"/>
                <a:gd name="connsiteX34-1813" fmla="*/ 20999 w 2363999"/>
                <a:gd name="connsiteY34-1814" fmla="*/ 91319 h 571342"/>
                <a:gd name="connsiteX35-1815" fmla="*/ 0 w 2363999"/>
                <a:gd name="connsiteY35-1816" fmla="*/ 91319 h 571342"/>
                <a:gd name="connsiteX36-1817" fmla="*/ 128675 w 2363999"/>
                <a:gd name="connsiteY36-1818" fmla="*/ 2694 h 571342"/>
                <a:gd name="connsiteX37-1819" fmla="*/ 155574 w 2363999"/>
                <a:gd name="connsiteY37-1820" fmla="*/ 417 h 571342"/>
                <a:gd name="connsiteX0-1821" fmla="*/ 1852725 w 2363999"/>
                <a:gd name="connsiteY0-1822" fmla="*/ 546927 h 582607"/>
                <a:gd name="connsiteX1-1823" fmla="*/ 511282 w 2363999"/>
                <a:gd name="connsiteY1-1824" fmla="*/ 546928 h 582607"/>
                <a:gd name="connsiteX2-1825" fmla="*/ 1852722 w 2363999"/>
                <a:gd name="connsiteY2-1826" fmla="*/ 546928 h 582607"/>
                <a:gd name="connsiteX3-1827" fmla="*/ 1852725 w 2363999"/>
                <a:gd name="connsiteY3-1828" fmla="*/ 546927 h 582607"/>
                <a:gd name="connsiteX4-1829" fmla="*/ 1896952 w 2363999"/>
                <a:gd name="connsiteY4-1830" fmla="*/ 538436 h 582607"/>
                <a:gd name="connsiteX5-1831" fmla="*/ 1867843 w 2363999"/>
                <a:gd name="connsiteY5-1832" fmla="*/ 544282 h 582607"/>
                <a:gd name="connsiteX6-1833" fmla="*/ 1895198 w 2363999"/>
                <a:gd name="connsiteY6-1834" fmla="*/ 539495 h 582607"/>
                <a:gd name="connsiteX7-1835" fmla="*/ 1896952 w 2363999"/>
                <a:gd name="connsiteY7-1836" fmla="*/ 538436 h 582607"/>
                <a:gd name="connsiteX8-1837" fmla="*/ 1925868 w 2363999"/>
                <a:gd name="connsiteY8-1838" fmla="*/ 520703 h 582607"/>
                <a:gd name="connsiteX9-1839" fmla="*/ 1903687 w 2363999"/>
                <a:gd name="connsiteY9-1840" fmla="*/ 534368 h 582607"/>
                <a:gd name="connsiteX10-1841" fmla="*/ 1925543 w 2363999"/>
                <a:gd name="connsiteY10-1842" fmla="*/ 521167 h 582607"/>
                <a:gd name="connsiteX11-1843" fmla="*/ 1925868 w 2363999"/>
                <a:gd name="connsiteY11-1844" fmla="*/ 520703 h 582607"/>
                <a:gd name="connsiteX12-1845" fmla="*/ 2015163 w 2363999"/>
                <a:gd name="connsiteY12-1846" fmla="*/ 237969 h 582607"/>
                <a:gd name="connsiteX13-1847" fmla="*/ 2008503 w 2363999"/>
                <a:gd name="connsiteY13-1848" fmla="*/ 256760 h 582607"/>
                <a:gd name="connsiteX14-1849" fmla="*/ 2005802 w 2363999"/>
                <a:gd name="connsiteY14-1850" fmla="*/ 266702 h 582607"/>
                <a:gd name="connsiteX15-1851" fmla="*/ 2015163 w 2363999"/>
                <a:gd name="connsiteY15-1852" fmla="*/ 237969 h 582607"/>
                <a:gd name="connsiteX16-1853" fmla="*/ 2135985 w 2363999"/>
                <a:gd name="connsiteY16-1854" fmla="*/ 28244 h 582607"/>
                <a:gd name="connsiteX17-1855" fmla="*/ 2133654 w 2363999"/>
                <a:gd name="connsiteY17-1856" fmla="*/ 29611 h 582607"/>
                <a:gd name="connsiteX18-1857" fmla="*/ 2132127 w 2363999"/>
                <a:gd name="connsiteY18-1858" fmla="*/ 31186 h 582607"/>
                <a:gd name="connsiteX19-1859" fmla="*/ 2135985 w 2363999"/>
                <a:gd name="connsiteY19-1860" fmla="*/ 28244 h 582607"/>
                <a:gd name="connsiteX20-1861" fmla="*/ 2172602 w 2363999"/>
                <a:gd name="connsiteY20-1862" fmla="*/ 7291 h 582607"/>
                <a:gd name="connsiteX21-1863" fmla="*/ 2171251 w 2363999"/>
                <a:gd name="connsiteY21-1864" fmla="*/ 7547 h 582607"/>
                <a:gd name="connsiteX22-1865" fmla="*/ 2168355 w 2363999"/>
                <a:gd name="connsiteY22-1866" fmla="*/ 9246 h 582607"/>
                <a:gd name="connsiteX23-1867" fmla="*/ 2172602 w 2363999"/>
                <a:gd name="connsiteY23-1868" fmla="*/ 7291 h 582607"/>
                <a:gd name="connsiteX24-1869" fmla="*/ 155574 w 2363999"/>
                <a:gd name="connsiteY24-1870" fmla="*/ 417 h 582607"/>
                <a:gd name="connsiteX25-1871" fmla="*/ 2211154 w 2363999"/>
                <a:gd name="connsiteY25-1872" fmla="*/ 0 h 582607"/>
                <a:gd name="connsiteX26-1873" fmla="*/ 2208720 w 2363999"/>
                <a:gd name="connsiteY26-1874" fmla="*/ 460 h 582607"/>
                <a:gd name="connsiteX27-1875" fmla="*/ 2235119 w 2363999"/>
                <a:gd name="connsiteY27-1876" fmla="*/ 2694 h 582607"/>
                <a:gd name="connsiteX28-1877" fmla="*/ 2363999 w 2363999"/>
                <a:gd name="connsiteY28-1878" fmla="*/ 91319 h 582607"/>
                <a:gd name="connsiteX29-1879" fmla="*/ 2343005 w 2363999"/>
                <a:gd name="connsiteY29-1880" fmla="*/ 91319 h 582607"/>
                <a:gd name="connsiteX30-1881" fmla="*/ 1981149 w 2363999"/>
                <a:gd name="connsiteY30-1882" fmla="*/ 464889 h 582607"/>
                <a:gd name="connsiteX31-1883" fmla="*/ 1854676 w 2363999"/>
                <a:gd name="connsiteY31-1884" fmla="*/ 571342 h 582607"/>
                <a:gd name="connsiteX32-1885" fmla="*/ 1008701 w 2363999"/>
                <a:gd name="connsiteY32-1886" fmla="*/ 567468 h 582607"/>
                <a:gd name="connsiteX33-1887" fmla="*/ 439497 w 2363999"/>
                <a:gd name="connsiteY33-1888" fmla="*/ 461820 h 582607"/>
                <a:gd name="connsiteX34-1889" fmla="*/ 20999 w 2363999"/>
                <a:gd name="connsiteY34-1890" fmla="*/ 91319 h 582607"/>
                <a:gd name="connsiteX35-1891" fmla="*/ 0 w 2363999"/>
                <a:gd name="connsiteY35-1892" fmla="*/ 91319 h 582607"/>
                <a:gd name="connsiteX36-1893" fmla="*/ 128675 w 2363999"/>
                <a:gd name="connsiteY36-1894" fmla="*/ 2694 h 582607"/>
                <a:gd name="connsiteX37-1895" fmla="*/ 155574 w 2363999"/>
                <a:gd name="connsiteY37-1896" fmla="*/ 417 h 582607"/>
                <a:gd name="connsiteX0-1897" fmla="*/ 1852725 w 2363999"/>
                <a:gd name="connsiteY0-1898" fmla="*/ 546927 h 577919"/>
                <a:gd name="connsiteX1-1899" fmla="*/ 511282 w 2363999"/>
                <a:gd name="connsiteY1-1900" fmla="*/ 546928 h 577919"/>
                <a:gd name="connsiteX2-1901" fmla="*/ 1852722 w 2363999"/>
                <a:gd name="connsiteY2-1902" fmla="*/ 546928 h 577919"/>
                <a:gd name="connsiteX3-1903" fmla="*/ 1852725 w 2363999"/>
                <a:gd name="connsiteY3-1904" fmla="*/ 546927 h 577919"/>
                <a:gd name="connsiteX4-1905" fmla="*/ 1896952 w 2363999"/>
                <a:gd name="connsiteY4-1906" fmla="*/ 538436 h 577919"/>
                <a:gd name="connsiteX5-1907" fmla="*/ 1867843 w 2363999"/>
                <a:gd name="connsiteY5-1908" fmla="*/ 544282 h 577919"/>
                <a:gd name="connsiteX6-1909" fmla="*/ 1895198 w 2363999"/>
                <a:gd name="connsiteY6-1910" fmla="*/ 539495 h 577919"/>
                <a:gd name="connsiteX7-1911" fmla="*/ 1896952 w 2363999"/>
                <a:gd name="connsiteY7-1912" fmla="*/ 538436 h 577919"/>
                <a:gd name="connsiteX8-1913" fmla="*/ 1925868 w 2363999"/>
                <a:gd name="connsiteY8-1914" fmla="*/ 520703 h 577919"/>
                <a:gd name="connsiteX9-1915" fmla="*/ 1903687 w 2363999"/>
                <a:gd name="connsiteY9-1916" fmla="*/ 534368 h 577919"/>
                <a:gd name="connsiteX10-1917" fmla="*/ 1925543 w 2363999"/>
                <a:gd name="connsiteY10-1918" fmla="*/ 521167 h 577919"/>
                <a:gd name="connsiteX11-1919" fmla="*/ 1925868 w 2363999"/>
                <a:gd name="connsiteY11-1920" fmla="*/ 520703 h 577919"/>
                <a:gd name="connsiteX12-1921" fmla="*/ 2015163 w 2363999"/>
                <a:gd name="connsiteY12-1922" fmla="*/ 237969 h 577919"/>
                <a:gd name="connsiteX13-1923" fmla="*/ 2008503 w 2363999"/>
                <a:gd name="connsiteY13-1924" fmla="*/ 256760 h 577919"/>
                <a:gd name="connsiteX14-1925" fmla="*/ 2005802 w 2363999"/>
                <a:gd name="connsiteY14-1926" fmla="*/ 266702 h 577919"/>
                <a:gd name="connsiteX15-1927" fmla="*/ 2015163 w 2363999"/>
                <a:gd name="connsiteY15-1928" fmla="*/ 237969 h 577919"/>
                <a:gd name="connsiteX16-1929" fmla="*/ 2135985 w 2363999"/>
                <a:gd name="connsiteY16-1930" fmla="*/ 28244 h 577919"/>
                <a:gd name="connsiteX17-1931" fmla="*/ 2133654 w 2363999"/>
                <a:gd name="connsiteY17-1932" fmla="*/ 29611 h 577919"/>
                <a:gd name="connsiteX18-1933" fmla="*/ 2132127 w 2363999"/>
                <a:gd name="connsiteY18-1934" fmla="*/ 31186 h 577919"/>
                <a:gd name="connsiteX19-1935" fmla="*/ 2135985 w 2363999"/>
                <a:gd name="connsiteY19-1936" fmla="*/ 28244 h 577919"/>
                <a:gd name="connsiteX20-1937" fmla="*/ 2172602 w 2363999"/>
                <a:gd name="connsiteY20-1938" fmla="*/ 7291 h 577919"/>
                <a:gd name="connsiteX21-1939" fmla="*/ 2171251 w 2363999"/>
                <a:gd name="connsiteY21-1940" fmla="*/ 7547 h 577919"/>
                <a:gd name="connsiteX22-1941" fmla="*/ 2168355 w 2363999"/>
                <a:gd name="connsiteY22-1942" fmla="*/ 9246 h 577919"/>
                <a:gd name="connsiteX23-1943" fmla="*/ 2172602 w 2363999"/>
                <a:gd name="connsiteY23-1944" fmla="*/ 7291 h 577919"/>
                <a:gd name="connsiteX24-1945" fmla="*/ 155574 w 2363999"/>
                <a:gd name="connsiteY24-1946" fmla="*/ 417 h 577919"/>
                <a:gd name="connsiteX25-1947" fmla="*/ 2211154 w 2363999"/>
                <a:gd name="connsiteY25-1948" fmla="*/ 0 h 577919"/>
                <a:gd name="connsiteX26-1949" fmla="*/ 2208720 w 2363999"/>
                <a:gd name="connsiteY26-1950" fmla="*/ 460 h 577919"/>
                <a:gd name="connsiteX27-1951" fmla="*/ 2235119 w 2363999"/>
                <a:gd name="connsiteY27-1952" fmla="*/ 2694 h 577919"/>
                <a:gd name="connsiteX28-1953" fmla="*/ 2363999 w 2363999"/>
                <a:gd name="connsiteY28-1954" fmla="*/ 91319 h 577919"/>
                <a:gd name="connsiteX29-1955" fmla="*/ 2343005 w 2363999"/>
                <a:gd name="connsiteY29-1956" fmla="*/ 91319 h 577919"/>
                <a:gd name="connsiteX30-1957" fmla="*/ 1981149 w 2363999"/>
                <a:gd name="connsiteY30-1958" fmla="*/ 464889 h 577919"/>
                <a:gd name="connsiteX31-1959" fmla="*/ 1854676 w 2363999"/>
                <a:gd name="connsiteY31-1960" fmla="*/ 571342 h 577919"/>
                <a:gd name="connsiteX32-1961" fmla="*/ 1008701 w 2363999"/>
                <a:gd name="connsiteY32-1962" fmla="*/ 567468 h 577919"/>
                <a:gd name="connsiteX33-1963" fmla="*/ 463566 w 2363999"/>
                <a:gd name="connsiteY33-1964" fmla="*/ 450197 h 577919"/>
                <a:gd name="connsiteX34-1965" fmla="*/ 20999 w 2363999"/>
                <a:gd name="connsiteY34-1966" fmla="*/ 91319 h 577919"/>
                <a:gd name="connsiteX35-1967" fmla="*/ 0 w 2363999"/>
                <a:gd name="connsiteY35-1968" fmla="*/ 91319 h 577919"/>
                <a:gd name="connsiteX36-1969" fmla="*/ 128675 w 2363999"/>
                <a:gd name="connsiteY36-1970" fmla="*/ 2694 h 577919"/>
                <a:gd name="connsiteX37-1971" fmla="*/ 155574 w 2363999"/>
                <a:gd name="connsiteY37-1972" fmla="*/ 417 h 577919"/>
                <a:gd name="connsiteX0-1973" fmla="*/ 1852725 w 2363999"/>
                <a:gd name="connsiteY0-1974" fmla="*/ 546927 h 577919"/>
                <a:gd name="connsiteX1-1975" fmla="*/ 511282 w 2363999"/>
                <a:gd name="connsiteY1-1976" fmla="*/ 546928 h 577919"/>
                <a:gd name="connsiteX2-1977" fmla="*/ 1852722 w 2363999"/>
                <a:gd name="connsiteY2-1978" fmla="*/ 546928 h 577919"/>
                <a:gd name="connsiteX3-1979" fmla="*/ 1852725 w 2363999"/>
                <a:gd name="connsiteY3-1980" fmla="*/ 546927 h 577919"/>
                <a:gd name="connsiteX4-1981" fmla="*/ 1896952 w 2363999"/>
                <a:gd name="connsiteY4-1982" fmla="*/ 538436 h 577919"/>
                <a:gd name="connsiteX5-1983" fmla="*/ 1867843 w 2363999"/>
                <a:gd name="connsiteY5-1984" fmla="*/ 544282 h 577919"/>
                <a:gd name="connsiteX6-1985" fmla="*/ 1895198 w 2363999"/>
                <a:gd name="connsiteY6-1986" fmla="*/ 539495 h 577919"/>
                <a:gd name="connsiteX7-1987" fmla="*/ 1896952 w 2363999"/>
                <a:gd name="connsiteY7-1988" fmla="*/ 538436 h 577919"/>
                <a:gd name="connsiteX8-1989" fmla="*/ 1925868 w 2363999"/>
                <a:gd name="connsiteY8-1990" fmla="*/ 520703 h 577919"/>
                <a:gd name="connsiteX9-1991" fmla="*/ 1903687 w 2363999"/>
                <a:gd name="connsiteY9-1992" fmla="*/ 534368 h 577919"/>
                <a:gd name="connsiteX10-1993" fmla="*/ 1925543 w 2363999"/>
                <a:gd name="connsiteY10-1994" fmla="*/ 521167 h 577919"/>
                <a:gd name="connsiteX11-1995" fmla="*/ 1925868 w 2363999"/>
                <a:gd name="connsiteY11-1996" fmla="*/ 520703 h 577919"/>
                <a:gd name="connsiteX12-1997" fmla="*/ 2015163 w 2363999"/>
                <a:gd name="connsiteY12-1998" fmla="*/ 237969 h 577919"/>
                <a:gd name="connsiteX13-1999" fmla="*/ 2008503 w 2363999"/>
                <a:gd name="connsiteY13-2000" fmla="*/ 256760 h 577919"/>
                <a:gd name="connsiteX14-2001" fmla="*/ 2005802 w 2363999"/>
                <a:gd name="connsiteY14-2002" fmla="*/ 266702 h 577919"/>
                <a:gd name="connsiteX15-2003" fmla="*/ 2015163 w 2363999"/>
                <a:gd name="connsiteY15-2004" fmla="*/ 237969 h 577919"/>
                <a:gd name="connsiteX16-2005" fmla="*/ 2135985 w 2363999"/>
                <a:gd name="connsiteY16-2006" fmla="*/ 28244 h 577919"/>
                <a:gd name="connsiteX17-2007" fmla="*/ 2133654 w 2363999"/>
                <a:gd name="connsiteY17-2008" fmla="*/ 29611 h 577919"/>
                <a:gd name="connsiteX18-2009" fmla="*/ 2132127 w 2363999"/>
                <a:gd name="connsiteY18-2010" fmla="*/ 31186 h 577919"/>
                <a:gd name="connsiteX19-2011" fmla="*/ 2135985 w 2363999"/>
                <a:gd name="connsiteY19-2012" fmla="*/ 28244 h 577919"/>
                <a:gd name="connsiteX20-2013" fmla="*/ 2172602 w 2363999"/>
                <a:gd name="connsiteY20-2014" fmla="*/ 7291 h 577919"/>
                <a:gd name="connsiteX21-2015" fmla="*/ 2171251 w 2363999"/>
                <a:gd name="connsiteY21-2016" fmla="*/ 7547 h 577919"/>
                <a:gd name="connsiteX22-2017" fmla="*/ 2168355 w 2363999"/>
                <a:gd name="connsiteY22-2018" fmla="*/ 9246 h 577919"/>
                <a:gd name="connsiteX23-2019" fmla="*/ 2172602 w 2363999"/>
                <a:gd name="connsiteY23-2020" fmla="*/ 7291 h 577919"/>
                <a:gd name="connsiteX24-2021" fmla="*/ 155574 w 2363999"/>
                <a:gd name="connsiteY24-2022" fmla="*/ 417 h 577919"/>
                <a:gd name="connsiteX25-2023" fmla="*/ 2211154 w 2363999"/>
                <a:gd name="connsiteY25-2024" fmla="*/ 0 h 577919"/>
                <a:gd name="connsiteX26-2025" fmla="*/ 2208720 w 2363999"/>
                <a:gd name="connsiteY26-2026" fmla="*/ 460 h 577919"/>
                <a:gd name="connsiteX27-2027" fmla="*/ 2235119 w 2363999"/>
                <a:gd name="connsiteY27-2028" fmla="*/ 2694 h 577919"/>
                <a:gd name="connsiteX28-2029" fmla="*/ 2363999 w 2363999"/>
                <a:gd name="connsiteY28-2030" fmla="*/ 91319 h 577919"/>
                <a:gd name="connsiteX29-2031" fmla="*/ 2343005 w 2363999"/>
                <a:gd name="connsiteY29-2032" fmla="*/ 91319 h 577919"/>
                <a:gd name="connsiteX30-2033" fmla="*/ 1981149 w 2363999"/>
                <a:gd name="connsiteY30-2034" fmla="*/ 464889 h 577919"/>
                <a:gd name="connsiteX31-2035" fmla="*/ 1854676 w 2363999"/>
                <a:gd name="connsiteY31-2036" fmla="*/ 571342 h 577919"/>
                <a:gd name="connsiteX32-2037" fmla="*/ 1008701 w 2363999"/>
                <a:gd name="connsiteY32-2038" fmla="*/ 567468 h 577919"/>
                <a:gd name="connsiteX33-2039" fmla="*/ 463566 w 2363999"/>
                <a:gd name="connsiteY33-2040" fmla="*/ 450197 h 577919"/>
                <a:gd name="connsiteX34-2041" fmla="*/ 20999 w 2363999"/>
                <a:gd name="connsiteY34-2042" fmla="*/ 91319 h 577919"/>
                <a:gd name="connsiteX35-2043" fmla="*/ 0 w 2363999"/>
                <a:gd name="connsiteY35-2044" fmla="*/ 91319 h 577919"/>
                <a:gd name="connsiteX36-2045" fmla="*/ 128675 w 2363999"/>
                <a:gd name="connsiteY36-2046" fmla="*/ 2694 h 577919"/>
                <a:gd name="connsiteX37-2047" fmla="*/ 155574 w 2363999"/>
                <a:gd name="connsiteY37-2048" fmla="*/ 417 h 577919"/>
                <a:gd name="connsiteX0-2049" fmla="*/ 1852725 w 2363999"/>
                <a:gd name="connsiteY0-2050" fmla="*/ 546927 h 581238"/>
                <a:gd name="connsiteX1-2051" fmla="*/ 511282 w 2363999"/>
                <a:gd name="connsiteY1-2052" fmla="*/ 546928 h 581238"/>
                <a:gd name="connsiteX2-2053" fmla="*/ 1852722 w 2363999"/>
                <a:gd name="connsiteY2-2054" fmla="*/ 546928 h 581238"/>
                <a:gd name="connsiteX3-2055" fmla="*/ 1852725 w 2363999"/>
                <a:gd name="connsiteY3-2056" fmla="*/ 546927 h 581238"/>
                <a:gd name="connsiteX4-2057" fmla="*/ 1896952 w 2363999"/>
                <a:gd name="connsiteY4-2058" fmla="*/ 538436 h 581238"/>
                <a:gd name="connsiteX5-2059" fmla="*/ 1867843 w 2363999"/>
                <a:gd name="connsiteY5-2060" fmla="*/ 544282 h 581238"/>
                <a:gd name="connsiteX6-2061" fmla="*/ 1895198 w 2363999"/>
                <a:gd name="connsiteY6-2062" fmla="*/ 539495 h 581238"/>
                <a:gd name="connsiteX7-2063" fmla="*/ 1896952 w 2363999"/>
                <a:gd name="connsiteY7-2064" fmla="*/ 538436 h 581238"/>
                <a:gd name="connsiteX8-2065" fmla="*/ 1925868 w 2363999"/>
                <a:gd name="connsiteY8-2066" fmla="*/ 520703 h 581238"/>
                <a:gd name="connsiteX9-2067" fmla="*/ 1903687 w 2363999"/>
                <a:gd name="connsiteY9-2068" fmla="*/ 534368 h 581238"/>
                <a:gd name="connsiteX10-2069" fmla="*/ 1925543 w 2363999"/>
                <a:gd name="connsiteY10-2070" fmla="*/ 521167 h 581238"/>
                <a:gd name="connsiteX11-2071" fmla="*/ 1925868 w 2363999"/>
                <a:gd name="connsiteY11-2072" fmla="*/ 520703 h 581238"/>
                <a:gd name="connsiteX12-2073" fmla="*/ 2015163 w 2363999"/>
                <a:gd name="connsiteY12-2074" fmla="*/ 237969 h 581238"/>
                <a:gd name="connsiteX13-2075" fmla="*/ 2008503 w 2363999"/>
                <a:gd name="connsiteY13-2076" fmla="*/ 256760 h 581238"/>
                <a:gd name="connsiteX14-2077" fmla="*/ 2005802 w 2363999"/>
                <a:gd name="connsiteY14-2078" fmla="*/ 266702 h 581238"/>
                <a:gd name="connsiteX15-2079" fmla="*/ 2015163 w 2363999"/>
                <a:gd name="connsiteY15-2080" fmla="*/ 237969 h 581238"/>
                <a:gd name="connsiteX16-2081" fmla="*/ 2135985 w 2363999"/>
                <a:gd name="connsiteY16-2082" fmla="*/ 28244 h 581238"/>
                <a:gd name="connsiteX17-2083" fmla="*/ 2133654 w 2363999"/>
                <a:gd name="connsiteY17-2084" fmla="*/ 29611 h 581238"/>
                <a:gd name="connsiteX18-2085" fmla="*/ 2132127 w 2363999"/>
                <a:gd name="connsiteY18-2086" fmla="*/ 31186 h 581238"/>
                <a:gd name="connsiteX19-2087" fmla="*/ 2135985 w 2363999"/>
                <a:gd name="connsiteY19-2088" fmla="*/ 28244 h 581238"/>
                <a:gd name="connsiteX20-2089" fmla="*/ 2172602 w 2363999"/>
                <a:gd name="connsiteY20-2090" fmla="*/ 7291 h 581238"/>
                <a:gd name="connsiteX21-2091" fmla="*/ 2171251 w 2363999"/>
                <a:gd name="connsiteY21-2092" fmla="*/ 7547 h 581238"/>
                <a:gd name="connsiteX22-2093" fmla="*/ 2168355 w 2363999"/>
                <a:gd name="connsiteY22-2094" fmla="*/ 9246 h 581238"/>
                <a:gd name="connsiteX23-2095" fmla="*/ 2172602 w 2363999"/>
                <a:gd name="connsiteY23-2096" fmla="*/ 7291 h 581238"/>
                <a:gd name="connsiteX24-2097" fmla="*/ 155574 w 2363999"/>
                <a:gd name="connsiteY24-2098" fmla="*/ 417 h 581238"/>
                <a:gd name="connsiteX25-2099" fmla="*/ 2211154 w 2363999"/>
                <a:gd name="connsiteY25-2100" fmla="*/ 0 h 581238"/>
                <a:gd name="connsiteX26-2101" fmla="*/ 2208720 w 2363999"/>
                <a:gd name="connsiteY26-2102" fmla="*/ 460 h 581238"/>
                <a:gd name="connsiteX27-2103" fmla="*/ 2235119 w 2363999"/>
                <a:gd name="connsiteY27-2104" fmla="*/ 2694 h 581238"/>
                <a:gd name="connsiteX28-2105" fmla="*/ 2363999 w 2363999"/>
                <a:gd name="connsiteY28-2106" fmla="*/ 91319 h 581238"/>
                <a:gd name="connsiteX29-2107" fmla="*/ 2343005 w 2363999"/>
                <a:gd name="connsiteY29-2108" fmla="*/ 91319 h 581238"/>
                <a:gd name="connsiteX30-2109" fmla="*/ 1981149 w 2363999"/>
                <a:gd name="connsiteY30-2110" fmla="*/ 464889 h 581238"/>
                <a:gd name="connsiteX31-2111" fmla="*/ 1854676 w 2363999"/>
                <a:gd name="connsiteY31-2112" fmla="*/ 571342 h 581238"/>
                <a:gd name="connsiteX32-2113" fmla="*/ 1172368 w 2363999"/>
                <a:gd name="connsiteY32-2114" fmla="*/ 572634 h 581238"/>
                <a:gd name="connsiteX33-2115" fmla="*/ 463566 w 2363999"/>
                <a:gd name="connsiteY33-2116" fmla="*/ 450197 h 581238"/>
                <a:gd name="connsiteX34-2117" fmla="*/ 20999 w 2363999"/>
                <a:gd name="connsiteY34-2118" fmla="*/ 91319 h 581238"/>
                <a:gd name="connsiteX35-2119" fmla="*/ 0 w 2363999"/>
                <a:gd name="connsiteY35-2120" fmla="*/ 91319 h 581238"/>
                <a:gd name="connsiteX36-2121" fmla="*/ 128675 w 2363999"/>
                <a:gd name="connsiteY36-2122" fmla="*/ 2694 h 581238"/>
                <a:gd name="connsiteX37-2123" fmla="*/ 155574 w 2363999"/>
                <a:gd name="connsiteY37-2124" fmla="*/ 417 h 581238"/>
                <a:gd name="connsiteX0-2125" fmla="*/ 1852725 w 2363999"/>
                <a:gd name="connsiteY0-2126" fmla="*/ 546927 h 572634"/>
                <a:gd name="connsiteX1-2127" fmla="*/ 511282 w 2363999"/>
                <a:gd name="connsiteY1-2128" fmla="*/ 546928 h 572634"/>
                <a:gd name="connsiteX2-2129" fmla="*/ 1852722 w 2363999"/>
                <a:gd name="connsiteY2-2130" fmla="*/ 546928 h 572634"/>
                <a:gd name="connsiteX3-2131" fmla="*/ 1852725 w 2363999"/>
                <a:gd name="connsiteY3-2132" fmla="*/ 546927 h 572634"/>
                <a:gd name="connsiteX4-2133" fmla="*/ 1896952 w 2363999"/>
                <a:gd name="connsiteY4-2134" fmla="*/ 538436 h 572634"/>
                <a:gd name="connsiteX5-2135" fmla="*/ 1867843 w 2363999"/>
                <a:gd name="connsiteY5-2136" fmla="*/ 544282 h 572634"/>
                <a:gd name="connsiteX6-2137" fmla="*/ 1895198 w 2363999"/>
                <a:gd name="connsiteY6-2138" fmla="*/ 539495 h 572634"/>
                <a:gd name="connsiteX7-2139" fmla="*/ 1896952 w 2363999"/>
                <a:gd name="connsiteY7-2140" fmla="*/ 538436 h 572634"/>
                <a:gd name="connsiteX8-2141" fmla="*/ 1925868 w 2363999"/>
                <a:gd name="connsiteY8-2142" fmla="*/ 520703 h 572634"/>
                <a:gd name="connsiteX9-2143" fmla="*/ 1903687 w 2363999"/>
                <a:gd name="connsiteY9-2144" fmla="*/ 534368 h 572634"/>
                <a:gd name="connsiteX10-2145" fmla="*/ 1925543 w 2363999"/>
                <a:gd name="connsiteY10-2146" fmla="*/ 521167 h 572634"/>
                <a:gd name="connsiteX11-2147" fmla="*/ 1925868 w 2363999"/>
                <a:gd name="connsiteY11-2148" fmla="*/ 520703 h 572634"/>
                <a:gd name="connsiteX12-2149" fmla="*/ 2015163 w 2363999"/>
                <a:gd name="connsiteY12-2150" fmla="*/ 237969 h 572634"/>
                <a:gd name="connsiteX13-2151" fmla="*/ 2008503 w 2363999"/>
                <a:gd name="connsiteY13-2152" fmla="*/ 256760 h 572634"/>
                <a:gd name="connsiteX14-2153" fmla="*/ 2005802 w 2363999"/>
                <a:gd name="connsiteY14-2154" fmla="*/ 266702 h 572634"/>
                <a:gd name="connsiteX15-2155" fmla="*/ 2015163 w 2363999"/>
                <a:gd name="connsiteY15-2156" fmla="*/ 237969 h 572634"/>
                <a:gd name="connsiteX16-2157" fmla="*/ 2135985 w 2363999"/>
                <a:gd name="connsiteY16-2158" fmla="*/ 28244 h 572634"/>
                <a:gd name="connsiteX17-2159" fmla="*/ 2133654 w 2363999"/>
                <a:gd name="connsiteY17-2160" fmla="*/ 29611 h 572634"/>
                <a:gd name="connsiteX18-2161" fmla="*/ 2132127 w 2363999"/>
                <a:gd name="connsiteY18-2162" fmla="*/ 31186 h 572634"/>
                <a:gd name="connsiteX19-2163" fmla="*/ 2135985 w 2363999"/>
                <a:gd name="connsiteY19-2164" fmla="*/ 28244 h 572634"/>
                <a:gd name="connsiteX20-2165" fmla="*/ 2172602 w 2363999"/>
                <a:gd name="connsiteY20-2166" fmla="*/ 7291 h 572634"/>
                <a:gd name="connsiteX21-2167" fmla="*/ 2171251 w 2363999"/>
                <a:gd name="connsiteY21-2168" fmla="*/ 7547 h 572634"/>
                <a:gd name="connsiteX22-2169" fmla="*/ 2168355 w 2363999"/>
                <a:gd name="connsiteY22-2170" fmla="*/ 9246 h 572634"/>
                <a:gd name="connsiteX23-2171" fmla="*/ 2172602 w 2363999"/>
                <a:gd name="connsiteY23-2172" fmla="*/ 7291 h 572634"/>
                <a:gd name="connsiteX24-2173" fmla="*/ 155574 w 2363999"/>
                <a:gd name="connsiteY24-2174" fmla="*/ 417 h 572634"/>
                <a:gd name="connsiteX25-2175" fmla="*/ 2211154 w 2363999"/>
                <a:gd name="connsiteY25-2176" fmla="*/ 0 h 572634"/>
                <a:gd name="connsiteX26-2177" fmla="*/ 2208720 w 2363999"/>
                <a:gd name="connsiteY26-2178" fmla="*/ 460 h 572634"/>
                <a:gd name="connsiteX27-2179" fmla="*/ 2235119 w 2363999"/>
                <a:gd name="connsiteY27-2180" fmla="*/ 2694 h 572634"/>
                <a:gd name="connsiteX28-2181" fmla="*/ 2363999 w 2363999"/>
                <a:gd name="connsiteY28-2182" fmla="*/ 91319 h 572634"/>
                <a:gd name="connsiteX29-2183" fmla="*/ 2343005 w 2363999"/>
                <a:gd name="connsiteY29-2184" fmla="*/ 91319 h 572634"/>
                <a:gd name="connsiteX30-2185" fmla="*/ 1981149 w 2363999"/>
                <a:gd name="connsiteY30-2186" fmla="*/ 464889 h 572634"/>
                <a:gd name="connsiteX31-2187" fmla="*/ 1854676 w 2363999"/>
                <a:gd name="connsiteY31-2188" fmla="*/ 571342 h 572634"/>
                <a:gd name="connsiteX32-2189" fmla="*/ 1172368 w 2363999"/>
                <a:gd name="connsiteY32-2190" fmla="*/ 572634 h 572634"/>
                <a:gd name="connsiteX33-2191" fmla="*/ 463566 w 2363999"/>
                <a:gd name="connsiteY33-2192" fmla="*/ 450197 h 572634"/>
                <a:gd name="connsiteX34-2193" fmla="*/ 20999 w 2363999"/>
                <a:gd name="connsiteY34-2194" fmla="*/ 91319 h 572634"/>
                <a:gd name="connsiteX35-2195" fmla="*/ 0 w 2363999"/>
                <a:gd name="connsiteY35-2196" fmla="*/ 91319 h 572634"/>
                <a:gd name="connsiteX36-2197" fmla="*/ 128675 w 2363999"/>
                <a:gd name="connsiteY36-2198" fmla="*/ 2694 h 572634"/>
                <a:gd name="connsiteX37-2199" fmla="*/ 155574 w 2363999"/>
                <a:gd name="connsiteY37-2200" fmla="*/ 417 h 572634"/>
                <a:gd name="connsiteX0-2201" fmla="*/ 1852725 w 2363999"/>
                <a:gd name="connsiteY0-2202" fmla="*/ 546927 h 695322"/>
                <a:gd name="connsiteX1-2203" fmla="*/ 511282 w 2363999"/>
                <a:gd name="connsiteY1-2204" fmla="*/ 546928 h 695322"/>
                <a:gd name="connsiteX2-2205" fmla="*/ 1852722 w 2363999"/>
                <a:gd name="connsiteY2-2206" fmla="*/ 546928 h 695322"/>
                <a:gd name="connsiteX3-2207" fmla="*/ 1852725 w 2363999"/>
                <a:gd name="connsiteY3-2208" fmla="*/ 546927 h 695322"/>
                <a:gd name="connsiteX4-2209" fmla="*/ 1896952 w 2363999"/>
                <a:gd name="connsiteY4-2210" fmla="*/ 538436 h 695322"/>
                <a:gd name="connsiteX5-2211" fmla="*/ 1867843 w 2363999"/>
                <a:gd name="connsiteY5-2212" fmla="*/ 544282 h 695322"/>
                <a:gd name="connsiteX6-2213" fmla="*/ 1895198 w 2363999"/>
                <a:gd name="connsiteY6-2214" fmla="*/ 539495 h 695322"/>
                <a:gd name="connsiteX7-2215" fmla="*/ 1896952 w 2363999"/>
                <a:gd name="connsiteY7-2216" fmla="*/ 538436 h 695322"/>
                <a:gd name="connsiteX8-2217" fmla="*/ 1925868 w 2363999"/>
                <a:gd name="connsiteY8-2218" fmla="*/ 520703 h 695322"/>
                <a:gd name="connsiteX9-2219" fmla="*/ 1903687 w 2363999"/>
                <a:gd name="connsiteY9-2220" fmla="*/ 534368 h 695322"/>
                <a:gd name="connsiteX10-2221" fmla="*/ 1925543 w 2363999"/>
                <a:gd name="connsiteY10-2222" fmla="*/ 521167 h 695322"/>
                <a:gd name="connsiteX11-2223" fmla="*/ 1925868 w 2363999"/>
                <a:gd name="connsiteY11-2224" fmla="*/ 520703 h 695322"/>
                <a:gd name="connsiteX12-2225" fmla="*/ 2015163 w 2363999"/>
                <a:gd name="connsiteY12-2226" fmla="*/ 237969 h 695322"/>
                <a:gd name="connsiteX13-2227" fmla="*/ 2008503 w 2363999"/>
                <a:gd name="connsiteY13-2228" fmla="*/ 256760 h 695322"/>
                <a:gd name="connsiteX14-2229" fmla="*/ 2005802 w 2363999"/>
                <a:gd name="connsiteY14-2230" fmla="*/ 266702 h 695322"/>
                <a:gd name="connsiteX15-2231" fmla="*/ 2015163 w 2363999"/>
                <a:gd name="connsiteY15-2232" fmla="*/ 237969 h 695322"/>
                <a:gd name="connsiteX16-2233" fmla="*/ 2135985 w 2363999"/>
                <a:gd name="connsiteY16-2234" fmla="*/ 28244 h 695322"/>
                <a:gd name="connsiteX17-2235" fmla="*/ 2133654 w 2363999"/>
                <a:gd name="connsiteY17-2236" fmla="*/ 29611 h 695322"/>
                <a:gd name="connsiteX18-2237" fmla="*/ 2132127 w 2363999"/>
                <a:gd name="connsiteY18-2238" fmla="*/ 31186 h 695322"/>
                <a:gd name="connsiteX19-2239" fmla="*/ 2135985 w 2363999"/>
                <a:gd name="connsiteY19-2240" fmla="*/ 28244 h 695322"/>
                <a:gd name="connsiteX20-2241" fmla="*/ 2172602 w 2363999"/>
                <a:gd name="connsiteY20-2242" fmla="*/ 7291 h 695322"/>
                <a:gd name="connsiteX21-2243" fmla="*/ 2171251 w 2363999"/>
                <a:gd name="connsiteY21-2244" fmla="*/ 7547 h 695322"/>
                <a:gd name="connsiteX22-2245" fmla="*/ 2168355 w 2363999"/>
                <a:gd name="connsiteY22-2246" fmla="*/ 9246 h 695322"/>
                <a:gd name="connsiteX23-2247" fmla="*/ 2172602 w 2363999"/>
                <a:gd name="connsiteY23-2248" fmla="*/ 7291 h 695322"/>
                <a:gd name="connsiteX24-2249" fmla="*/ 155574 w 2363999"/>
                <a:gd name="connsiteY24-2250" fmla="*/ 417 h 695322"/>
                <a:gd name="connsiteX25-2251" fmla="*/ 2211154 w 2363999"/>
                <a:gd name="connsiteY25-2252" fmla="*/ 0 h 695322"/>
                <a:gd name="connsiteX26-2253" fmla="*/ 2208720 w 2363999"/>
                <a:gd name="connsiteY26-2254" fmla="*/ 460 h 695322"/>
                <a:gd name="connsiteX27-2255" fmla="*/ 2235119 w 2363999"/>
                <a:gd name="connsiteY27-2256" fmla="*/ 2694 h 695322"/>
                <a:gd name="connsiteX28-2257" fmla="*/ 2363999 w 2363999"/>
                <a:gd name="connsiteY28-2258" fmla="*/ 91319 h 695322"/>
                <a:gd name="connsiteX29-2259" fmla="*/ 2343005 w 2363999"/>
                <a:gd name="connsiteY29-2260" fmla="*/ 91319 h 695322"/>
                <a:gd name="connsiteX30-2261" fmla="*/ 1981149 w 2363999"/>
                <a:gd name="connsiteY30-2262" fmla="*/ 464889 h 695322"/>
                <a:gd name="connsiteX31-2263" fmla="*/ 1854676 w 2363999"/>
                <a:gd name="connsiteY31-2264" fmla="*/ 571342 h 695322"/>
                <a:gd name="connsiteX32-2265" fmla="*/ 1181995 w 2363999"/>
                <a:gd name="connsiteY32-2266" fmla="*/ 695322 h 695322"/>
                <a:gd name="connsiteX33-2267" fmla="*/ 463566 w 2363999"/>
                <a:gd name="connsiteY33-2268" fmla="*/ 450197 h 695322"/>
                <a:gd name="connsiteX34-2269" fmla="*/ 20999 w 2363999"/>
                <a:gd name="connsiteY34-2270" fmla="*/ 91319 h 695322"/>
                <a:gd name="connsiteX35-2271" fmla="*/ 0 w 2363999"/>
                <a:gd name="connsiteY35-2272" fmla="*/ 91319 h 695322"/>
                <a:gd name="connsiteX36-2273" fmla="*/ 128675 w 2363999"/>
                <a:gd name="connsiteY36-2274" fmla="*/ 2694 h 695322"/>
                <a:gd name="connsiteX37-2275" fmla="*/ 155574 w 2363999"/>
                <a:gd name="connsiteY37-2276" fmla="*/ 417 h 695322"/>
                <a:gd name="connsiteX0-2277" fmla="*/ 1852725 w 2363999"/>
                <a:gd name="connsiteY0-2278" fmla="*/ 546927 h 699913"/>
                <a:gd name="connsiteX1-2279" fmla="*/ 511282 w 2363999"/>
                <a:gd name="connsiteY1-2280" fmla="*/ 546928 h 699913"/>
                <a:gd name="connsiteX2-2281" fmla="*/ 1852722 w 2363999"/>
                <a:gd name="connsiteY2-2282" fmla="*/ 546928 h 699913"/>
                <a:gd name="connsiteX3-2283" fmla="*/ 1852725 w 2363999"/>
                <a:gd name="connsiteY3-2284" fmla="*/ 546927 h 699913"/>
                <a:gd name="connsiteX4-2285" fmla="*/ 1896952 w 2363999"/>
                <a:gd name="connsiteY4-2286" fmla="*/ 538436 h 699913"/>
                <a:gd name="connsiteX5-2287" fmla="*/ 1867843 w 2363999"/>
                <a:gd name="connsiteY5-2288" fmla="*/ 544282 h 699913"/>
                <a:gd name="connsiteX6-2289" fmla="*/ 1895198 w 2363999"/>
                <a:gd name="connsiteY6-2290" fmla="*/ 539495 h 699913"/>
                <a:gd name="connsiteX7-2291" fmla="*/ 1896952 w 2363999"/>
                <a:gd name="connsiteY7-2292" fmla="*/ 538436 h 699913"/>
                <a:gd name="connsiteX8-2293" fmla="*/ 1925868 w 2363999"/>
                <a:gd name="connsiteY8-2294" fmla="*/ 520703 h 699913"/>
                <a:gd name="connsiteX9-2295" fmla="*/ 1903687 w 2363999"/>
                <a:gd name="connsiteY9-2296" fmla="*/ 534368 h 699913"/>
                <a:gd name="connsiteX10-2297" fmla="*/ 1925543 w 2363999"/>
                <a:gd name="connsiteY10-2298" fmla="*/ 521167 h 699913"/>
                <a:gd name="connsiteX11-2299" fmla="*/ 1925868 w 2363999"/>
                <a:gd name="connsiteY11-2300" fmla="*/ 520703 h 699913"/>
                <a:gd name="connsiteX12-2301" fmla="*/ 2015163 w 2363999"/>
                <a:gd name="connsiteY12-2302" fmla="*/ 237969 h 699913"/>
                <a:gd name="connsiteX13-2303" fmla="*/ 2008503 w 2363999"/>
                <a:gd name="connsiteY13-2304" fmla="*/ 256760 h 699913"/>
                <a:gd name="connsiteX14-2305" fmla="*/ 2005802 w 2363999"/>
                <a:gd name="connsiteY14-2306" fmla="*/ 266702 h 699913"/>
                <a:gd name="connsiteX15-2307" fmla="*/ 2015163 w 2363999"/>
                <a:gd name="connsiteY15-2308" fmla="*/ 237969 h 699913"/>
                <a:gd name="connsiteX16-2309" fmla="*/ 2135985 w 2363999"/>
                <a:gd name="connsiteY16-2310" fmla="*/ 28244 h 699913"/>
                <a:gd name="connsiteX17-2311" fmla="*/ 2133654 w 2363999"/>
                <a:gd name="connsiteY17-2312" fmla="*/ 29611 h 699913"/>
                <a:gd name="connsiteX18-2313" fmla="*/ 2132127 w 2363999"/>
                <a:gd name="connsiteY18-2314" fmla="*/ 31186 h 699913"/>
                <a:gd name="connsiteX19-2315" fmla="*/ 2135985 w 2363999"/>
                <a:gd name="connsiteY19-2316" fmla="*/ 28244 h 699913"/>
                <a:gd name="connsiteX20-2317" fmla="*/ 2172602 w 2363999"/>
                <a:gd name="connsiteY20-2318" fmla="*/ 7291 h 699913"/>
                <a:gd name="connsiteX21-2319" fmla="*/ 2171251 w 2363999"/>
                <a:gd name="connsiteY21-2320" fmla="*/ 7547 h 699913"/>
                <a:gd name="connsiteX22-2321" fmla="*/ 2168355 w 2363999"/>
                <a:gd name="connsiteY22-2322" fmla="*/ 9246 h 699913"/>
                <a:gd name="connsiteX23-2323" fmla="*/ 2172602 w 2363999"/>
                <a:gd name="connsiteY23-2324" fmla="*/ 7291 h 699913"/>
                <a:gd name="connsiteX24-2325" fmla="*/ 155574 w 2363999"/>
                <a:gd name="connsiteY24-2326" fmla="*/ 417 h 699913"/>
                <a:gd name="connsiteX25-2327" fmla="*/ 2211154 w 2363999"/>
                <a:gd name="connsiteY25-2328" fmla="*/ 0 h 699913"/>
                <a:gd name="connsiteX26-2329" fmla="*/ 2208720 w 2363999"/>
                <a:gd name="connsiteY26-2330" fmla="*/ 460 h 699913"/>
                <a:gd name="connsiteX27-2331" fmla="*/ 2235119 w 2363999"/>
                <a:gd name="connsiteY27-2332" fmla="*/ 2694 h 699913"/>
                <a:gd name="connsiteX28-2333" fmla="*/ 2363999 w 2363999"/>
                <a:gd name="connsiteY28-2334" fmla="*/ 91319 h 699913"/>
                <a:gd name="connsiteX29-2335" fmla="*/ 2343005 w 2363999"/>
                <a:gd name="connsiteY29-2336" fmla="*/ 91319 h 699913"/>
                <a:gd name="connsiteX30-2337" fmla="*/ 1981149 w 2363999"/>
                <a:gd name="connsiteY30-2338" fmla="*/ 464889 h 699913"/>
                <a:gd name="connsiteX31-2339" fmla="*/ 1854676 w 2363999"/>
                <a:gd name="connsiteY31-2340" fmla="*/ 571342 h 699913"/>
                <a:gd name="connsiteX32-2341" fmla="*/ 1181995 w 2363999"/>
                <a:gd name="connsiteY32-2342" fmla="*/ 695322 h 699913"/>
                <a:gd name="connsiteX33-2343" fmla="*/ 463566 w 2363999"/>
                <a:gd name="connsiteY33-2344" fmla="*/ 450197 h 699913"/>
                <a:gd name="connsiteX34-2345" fmla="*/ 20999 w 2363999"/>
                <a:gd name="connsiteY34-2346" fmla="*/ 91319 h 699913"/>
                <a:gd name="connsiteX35-2347" fmla="*/ 0 w 2363999"/>
                <a:gd name="connsiteY35-2348" fmla="*/ 91319 h 699913"/>
                <a:gd name="connsiteX36-2349" fmla="*/ 128675 w 2363999"/>
                <a:gd name="connsiteY36-2350" fmla="*/ 2694 h 699913"/>
                <a:gd name="connsiteX37-2351" fmla="*/ 155574 w 2363999"/>
                <a:gd name="connsiteY37-2352" fmla="*/ 417 h 699913"/>
                <a:gd name="connsiteX0-2353" fmla="*/ 1852725 w 2363999"/>
                <a:gd name="connsiteY0-2354" fmla="*/ 546927 h 698667"/>
                <a:gd name="connsiteX1-2355" fmla="*/ 511282 w 2363999"/>
                <a:gd name="connsiteY1-2356" fmla="*/ 546928 h 698667"/>
                <a:gd name="connsiteX2-2357" fmla="*/ 1852722 w 2363999"/>
                <a:gd name="connsiteY2-2358" fmla="*/ 546928 h 698667"/>
                <a:gd name="connsiteX3-2359" fmla="*/ 1852725 w 2363999"/>
                <a:gd name="connsiteY3-2360" fmla="*/ 546927 h 698667"/>
                <a:gd name="connsiteX4-2361" fmla="*/ 1896952 w 2363999"/>
                <a:gd name="connsiteY4-2362" fmla="*/ 538436 h 698667"/>
                <a:gd name="connsiteX5-2363" fmla="*/ 1867843 w 2363999"/>
                <a:gd name="connsiteY5-2364" fmla="*/ 544282 h 698667"/>
                <a:gd name="connsiteX6-2365" fmla="*/ 1895198 w 2363999"/>
                <a:gd name="connsiteY6-2366" fmla="*/ 539495 h 698667"/>
                <a:gd name="connsiteX7-2367" fmla="*/ 1896952 w 2363999"/>
                <a:gd name="connsiteY7-2368" fmla="*/ 538436 h 698667"/>
                <a:gd name="connsiteX8-2369" fmla="*/ 1925868 w 2363999"/>
                <a:gd name="connsiteY8-2370" fmla="*/ 520703 h 698667"/>
                <a:gd name="connsiteX9-2371" fmla="*/ 1903687 w 2363999"/>
                <a:gd name="connsiteY9-2372" fmla="*/ 534368 h 698667"/>
                <a:gd name="connsiteX10-2373" fmla="*/ 1925543 w 2363999"/>
                <a:gd name="connsiteY10-2374" fmla="*/ 521167 h 698667"/>
                <a:gd name="connsiteX11-2375" fmla="*/ 1925868 w 2363999"/>
                <a:gd name="connsiteY11-2376" fmla="*/ 520703 h 698667"/>
                <a:gd name="connsiteX12-2377" fmla="*/ 2015163 w 2363999"/>
                <a:gd name="connsiteY12-2378" fmla="*/ 237969 h 698667"/>
                <a:gd name="connsiteX13-2379" fmla="*/ 2008503 w 2363999"/>
                <a:gd name="connsiteY13-2380" fmla="*/ 256760 h 698667"/>
                <a:gd name="connsiteX14-2381" fmla="*/ 2005802 w 2363999"/>
                <a:gd name="connsiteY14-2382" fmla="*/ 266702 h 698667"/>
                <a:gd name="connsiteX15-2383" fmla="*/ 2015163 w 2363999"/>
                <a:gd name="connsiteY15-2384" fmla="*/ 237969 h 698667"/>
                <a:gd name="connsiteX16-2385" fmla="*/ 2135985 w 2363999"/>
                <a:gd name="connsiteY16-2386" fmla="*/ 28244 h 698667"/>
                <a:gd name="connsiteX17-2387" fmla="*/ 2133654 w 2363999"/>
                <a:gd name="connsiteY17-2388" fmla="*/ 29611 h 698667"/>
                <a:gd name="connsiteX18-2389" fmla="*/ 2132127 w 2363999"/>
                <a:gd name="connsiteY18-2390" fmla="*/ 31186 h 698667"/>
                <a:gd name="connsiteX19-2391" fmla="*/ 2135985 w 2363999"/>
                <a:gd name="connsiteY19-2392" fmla="*/ 28244 h 698667"/>
                <a:gd name="connsiteX20-2393" fmla="*/ 2172602 w 2363999"/>
                <a:gd name="connsiteY20-2394" fmla="*/ 7291 h 698667"/>
                <a:gd name="connsiteX21-2395" fmla="*/ 2171251 w 2363999"/>
                <a:gd name="connsiteY21-2396" fmla="*/ 7547 h 698667"/>
                <a:gd name="connsiteX22-2397" fmla="*/ 2168355 w 2363999"/>
                <a:gd name="connsiteY22-2398" fmla="*/ 9246 h 698667"/>
                <a:gd name="connsiteX23-2399" fmla="*/ 2172602 w 2363999"/>
                <a:gd name="connsiteY23-2400" fmla="*/ 7291 h 698667"/>
                <a:gd name="connsiteX24-2401" fmla="*/ 155574 w 2363999"/>
                <a:gd name="connsiteY24-2402" fmla="*/ 417 h 698667"/>
                <a:gd name="connsiteX25-2403" fmla="*/ 2211154 w 2363999"/>
                <a:gd name="connsiteY25-2404" fmla="*/ 0 h 698667"/>
                <a:gd name="connsiteX26-2405" fmla="*/ 2208720 w 2363999"/>
                <a:gd name="connsiteY26-2406" fmla="*/ 460 h 698667"/>
                <a:gd name="connsiteX27-2407" fmla="*/ 2235119 w 2363999"/>
                <a:gd name="connsiteY27-2408" fmla="*/ 2694 h 698667"/>
                <a:gd name="connsiteX28-2409" fmla="*/ 2363999 w 2363999"/>
                <a:gd name="connsiteY28-2410" fmla="*/ 91319 h 698667"/>
                <a:gd name="connsiteX29-2411" fmla="*/ 2343005 w 2363999"/>
                <a:gd name="connsiteY29-2412" fmla="*/ 91319 h 698667"/>
                <a:gd name="connsiteX30-2413" fmla="*/ 1981149 w 2363999"/>
                <a:gd name="connsiteY30-2414" fmla="*/ 464889 h 698667"/>
                <a:gd name="connsiteX31-2415" fmla="*/ 1854676 w 2363999"/>
                <a:gd name="connsiteY31-2416" fmla="*/ 571342 h 698667"/>
                <a:gd name="connsiteX32-2417" fmla="*/ 1252596 w 2363999"/>
                <a:gd name="connsiteY32-2418" fmla="*/ 694031 h 698667"/>
                <a:gd name="connsiteX33-2419" fmla="*/ 463566 w 2363999"/>
                <a:gd name="connsiteY33-2420" fmla="*/ 450197 h 698667"/>
                <a:gd name="connsiteX34-2421" fmla="*/ 20999 w 2363999"/>
                <a:gd name="connsiteY34-2422" fmla="*/ 91319 h 698667"/>
                <a:gd name="connsiteX35-2423" fmla="*/ 0 w 2363999"/>
                <a:gd name="connsiteY35-2424" fmla="*/ 91319 h 698667"/>
                <a:gd name="connsiteX36-2425" fmla="*/ 128675 w 2363999"/>
                <a:gd name="connsiteY36-2426" fmla="*/ 2694 h 698667"/>
                <a:gd name="connsiteX37-2427" fmla="*/ 155574 w 2363999"/>
                <a:gd name="connsiteY37-2428" fmla="*/ 417 h 698667"/>
                <a:gd name="connsiteX0-2429" fmla="*/ 1852725 w 2363999"/>
                <a:gd name="connsiteY0-2430" fmla="*/ 546927 h 698667"/>
                <a:gd name="connsiteX1-2431" fmla="*/ 511282 w 2363999"/>
                <a:gd name="connsiteY1-2432" fmla="*/ 546928 h 698667"/>
                <a:gd name="connsiteX2-2433" fmla="*/ 1852722 w 2363999"/>
                <a:gd name="connsiteY2-2434" fmla="*/ 546928 h 698667"/>
                <a:gd name="connsiteX3-2435" fmla="*/ 1852725 w 2363999"/>
                <a:gd name="connsiteY3-2436" fmla="*/ 546927 h 698667"/>
                <a:gd name="connsiteX4-2437" fmla="*/ 1896952 w 2363999"/>
                <a:gd name="connsiteY4-2438" fmla="*/ 538436 h 698667"/>
                <a:gd name="connsiteX5-2439" fmla="*/ 1867843 w 2363999"/>
                <a:gd name="connsiteY5-2440" fmla="*/ 544282 h 698667"/>
                <a:gd name="connsiteX6-2441" fmla="*/ 1895198 w 2363999"/>
                <a:gd name="connsiteY6-2442" fmla="*/ 539495 h 698667"/>
                <a:gd name="connsiteX7-2443" fmla="*/ 1896952 w 2363999"/>
                <a:gd name="connsiteY7-2444" fmla="*/ 538436 h 698667"/>
                <a:gd name="connsiteX8-2445" fmla="*/ 1925868 w 2363999"/>
                <a:gd name="connsiteY8-2446" fmla="*/ 520703 h 698667"/>
                <a:gd name="connsiteX9-2447" fmla="*/ 1903687 w 2363999"/>
                <a:gd name="connsiteY9-2448" fmla="*/ 534368 h 698667"/>
                <a:gd name="connsiteX10-2449" fmla="*/ 1925543 w 2363999"/>
                <a:gd name="connsiteY10-2450" fmla="*/ 521167 h 698667"/>
                <a:gd name="connsiteX11-2451" fmla="*/ 1925868 w 2363999"/>
                <a:gd name="connsiteY11-2452" fmla="*/ 520703 h 698667"/>
                <a:gd name="connsiteX12-2453" fmla="*/ 2015163 w 2363999"/>
                <a:gd name="connsiteY12-2454" fmla="*/ 237969 h 698667"/>
                <a:gd name="connsiteX13-2455" fmla="*/ 2008503 w 2363999"/>
                <a:gd name="connsiteY13-2456" fmla="*/ 256760 h 698667"/>
                <a:gd name="connsiteX14-2457" fmla="*/ 2005802 w 2363999"/>
                <a:gd name="connsiteY14-2458" fmla="*/ 266702 h 698667"/>
                <a:gd name="connsiteX15-2459" fmla="*/ 2015163 w 2363999"/>
                <a:gd name="connsiteY15-2460" fmla="*/ 237969 h 698667"/>
                <a:gd name="connsiteX16-2461" fmla="*/ 2135985 w 2363999"/>
                <a:gd name="connsiteY16-2462" fmla="*/ 28244 h 698667"/>
                <a:gd name="connsiteX17-2463" fmla="*/ 2133654 w 2363999"/>
                <a:gd name="connsiteY17-2464" fmla="*/ 29611 h 698667"/>
                <a:gd name="connsiteX18-2465" fmla="*/ 2132127 w 2363999"/>
                <a:gd name="connsiteY18-2466" fmla="*/ 31186 h 698667"/>
                <a:gd name="connsiteX19-2467" fmla="*/ 2135985 w 2363999"/>
                <a:gd name="connsiteY19-2468" fmla="*/ 28244 h 698667"/>
                <a:gd name="connsiteX20-2469" fmla="*/ 2172602 w 2363999"/>
                <a:gd name="connsiteY20-2470" fmla="*/ 7291 h 698667"/>
                <a:gd name="connsiteX21-2471" fmla="*/ 2171251 w 2363999"/>
                <a:gd name="connsiteY21-2472" fmla="*/ 7547 h 698667"/>
                <a:gd name="connsiteX22-2473" fmla="*/ 2168355 w 2363999"/>
                <a:gd name="connsiteY22-2474" fmla="*/ 9246 h 698667"/>
                <a:gd name="connsiteX23-2475" fmla="*/ 2172602 w 2363999"/>
                <a:gd name="connsiteY23-2476" fmla="*/ 7291 h 698667"/>
                <a:gd name="connsiteX24-2477" fmla="*/ 155574 w 2363999"/>
                <a:gd name="connsiteY24-2478" fmla="*/ 417 h 698667"/>
                <a:gd name="connsiteX25-2479" fmla="*/ 2211154 w 2363999"/>
                <a:gd name="connsiteY25-2480" fmla="*/ 0 h 698667"/>
                <a:gd name="connsiteX26-2481" fmla="*/ 2208720 w 2363999"/>
                <a:gd name="connsiteY26-2482" fmla="*/ 460 h 698667"/>
                <a:gd name="connsiteX27-2483" fmla="*/ 2235119 w 2363999"/>
                <a:gd name="connsiteY27-2484" fmla="*/ 2694 h 698667"/>
                <a:gd name="connsiteX28-2485" fmla="*/ 2363999 w 2363999"/>
                <a:gd name="connsiteY28-2486" fmla="*/ 91319 h 698667"/>
                <a:gd name="connsiteX29-2487" fmla="*/ 2343005 w 2363999"/>
                <a:gd name="connsiteY29-2488" fmla="*/ 91319 h 698667"/>
                <a:gd name="connsiteX30-2489" fmla="*/ 1981149 w 2363999"/>
                <a:gd name="connsiteY30-2490" fmla="*/ 464889 h 698667"/>
                <a:gd name="connsiteX31-2491" fmla="*/ 1854676 w 2363999"/>
                <a:gd name="connsiteY31-2492" fmla="*/ 571342 h 698667"/>
                <a:gd name="connsiteX32-2493" fmla="*/ 1252596 w 2363999"/>
                <a:gd name="connsiteY32-2494" fmla="*/ 694031 h 698667"/>
                <a:gd name="connsiteX33-2495" fmla="*/ 463566 w 2363999"/>
                <a:gd name="connsiteY33-2496" fmla="*/ 450197 h 698667"/>
                <a:gd name="connsiteX34-2497" fmla="*/ 20999 w 2363999"/>
                <a:gd name="connsiteY34-2498" fmla="*/ 91319 h 698667"/>
                <a:gd name="connsiteX35-2499" fmla="*/ 0 w 2363999"/>
                <a:gd name="connsiteY35-2500" fmla="*/ 91319 h 698667"/>
                <a:gd name="connsiteX36-2501" fmla="*/ 128675 w 2363999"/>
                <a:gd name="connsiteY36-2502" fmla="*/ 2694 h 698667"/>
                <a:gd name="connsiteX37-2503" fmla="*/ 155574 w 2363999"/>
                <a:gd name="connsiteY37-2504" fmla="*/ 417 h 698667"/>
                <a:gd name="connsiteX0-2505" fmla="*/ 1852725 w 2363999"/>
                <a:gd name="connsiteY0-2506" fmla="*/ 546927 h 698667"/>
                <a:gd name="connsiteX1-2507" fmla="*/ 511282 w 2363999"/>
                <a:gd name="connsiteY1-2508" fmla="*/ 546928 h 698667"/>
                <a:gd name="connsiteX2-2509" fmla="*/ 1852722 w 2363999"/>
                <a:gd name="connsiteY2-2510" fmla="*/ 546928 h 698667"/>
                <a:gd name="connsiteX3-2511" fmla="*/ 1852725 w 2363999"/>
                <a:gd name="connsiteY3-2512" fmla="*/ 546927 h 698667"/>
                <a:gd name="connsiteX4-2513" fmla="*/ 1896952 w 2363999"/>
                <a:gd name="connsiteY4-2514" fmla="*/ 538436 h 698667"/>
                <a:gd name="connsiteX5-2515" fmla="*/ 1867843 w 2363999"/>
                <a:gd name="connsiteY5-2516" fmla="*/ 544282 h 698667"/>
                <a:gd name="connsiteX6-2517" fmla="*/ 1895198 w 2363999"/>
                <a:gd name="connsiteY6-2518" fmla="*/ 539495 h 698667"/>
                <a:gd name="connsiteX7-2519" fmla="*/ 1896952 w 2363999"/>
                <a:gd name="connsiteY7-2520" fmla="*/ 538436 h 698667"/>
                <a:gd name="connsiteX8-2521" fmla="*/ 1925868 w 2363999"/>
                <a:gd name="connsiteY8-2522" fmla="*/ 520703 h 698667"/>
                <a:gd name="connsiteX9-2523" fmla="*/ 1903687 w 2363999"/>
                <a:gd name="connsiteY9-2524" fmla="*/ 534368 h 698667"/>
                <a:gd name="connsiteX10-2525" fmla="*/ 1925543 w 2363999"/>
                <a:gd name="connsiteY10-2526" fmla="*/ 521167 h 698667"/>
                <a:gd name="connsiteX11-2527" fmla="*/ 1925868 w 2363999"/>
                <a:gd name="connsiteY11-2528" fmla="*/ 520703 h 698667"/>
                <a:gd name="connsiteX12-2529" fmla="*/ 2015163 w 2363999"/>
                <a:gd name="connsiteY12-2530" fmla="*/ 237969 h 698667"/>
                <a:gd name="connsiteX13-2531" fmla="*/ 2008503 w 2363999"/>
                <a:gd name="connsiteY13-2532" fmla="*/ 256760 h 698667"/>
                <a:gd name="connsiteX14-2533" fmla="*/ 2005802 w 2363999"/>
                <a:gd name="connsiteY14-2534" fmla="*/ 266702 h 698667"/>
                <a:gd name="connsiteX15-2535" fmla="*/ 2015163 w 2363999"/>
                <a:gd name="connsiteY15-2536" fmla="*/ 237969 h 698667"/>
                <a:gd name="connsiteX16-2537" fmla="*/ 2135985 w 2363999"/>
                <a:gd name="connsiteY16-2538" fmla="*/ 28244 h 698667"/>
                <a:gd name="connsiteX17-2539" fmla="*/ 2133654 w 2363999"/>
                <a:gd name="connsiteY17-2540" fmla="*/ 29611 h 698667"/>
                <a:gd name="connsiteX18-2541" fmla="*/ 2132127 w 2363999"/>
                <a:gd name="connsiteY18-2542" fmla="*/ 31186 h 698667"/>
                <a:gd name="connsiteX19-2543" fmla="*/ 2135985 w 2363999"/>
                <a:gd name="connsiteY19-2544" fmla="*/ 28244 h 698667"/>
                <a:gd name="connsiteX20-2545" fmla="*/ 2172602 w 2363999"/>
                <a:gd name="connsiteY20-2546" fmla="*/ 7291 h 698667"/>
                <a:gd name="connsiteX21-2547" fmla="*/ 2171251 w 2363999"/>
                <a:gd name="connsiteY21-2548" fmla="*/ 7547 h 698667"/>
                <a:gd name="connsiteX22-2549" fmla="*/ 2168355 w 2363999"/>
                <a:gd name="connsiteY22-2550" fmla="*/ 9246 h 698667"/>
                <a:gd name="connsiteX23-2551" fmla="*/ 2172602 w 2363999"/>
                <a:gd name="connsiteY23-2552" fmla="*/ 7291 h 698667"/>
                <a:gd name="connsiteX24-2553" fmla="*/ 155574 w 2363999"/>
                <a:gd name="connsiteY24-2554" fmla="*/ 417 h 698667"/>
                <a:gd name="connsiteX25-2555" fmla="*/ 2211154 w 2363999"/>
                <a:gd name="connsiteY25-2556" fmla="*/ 0 h 698667"/>
                <a:gd name="connsiteX26-2557" fmla="*/ 2208720 w 2363999"/>
                <a:gd name="connsiteY26-2558" fmla="*/ 460 h 698667"/>
                <a:gd name="connsiteX27-2559" fmla="*/ 2235119 w 2363999"/>
                <a:gd name="connsiteY27-2560" fmla="*/ 2694 h 698667"/>
                <a:gd name="connsiteX28-2561" fmla="*/ 2363999 w 2363999"/>
                <a:gd name="connsiteY28-2562" fmla="*/ 91319 h 698667"/>
                <a:gd name="connsiteX29-2563" fmla="*/ 2343005 w 2363999"/>
                <a:gd name="connsiteY29-2564" fmla="*/ 91319 h 698667"/>
                <a:gd name="connsiteX30-2565" fmla="*/ 1981149 w 2363999"/>
                <a:gd name="connsiteY30-2566" fmla="*/ 464889 h 698667"/>
                <a:gd name="connsiteX31-2567" fmla="*/ 1854676 w 2363999"/>
                <a:gd name="connsiteY31-2568" fmla="*/ 571342 h 698667"/>
                <a:gd name="connsiteX32-2569" fmla="*/ 1252596 w 2363999"/>
                <a:gd name="connsiteY32-2570" fmla="*/ 694031 h 698667"/>
                <a:gd name="connsiteX33-2571" fmla="*/ 463566 w 2363999"/>
                <a:gd name="connsiteY33-2572" fmla="*/ 450197 h 698667"/>
                <a:gd name="connsiteX34-2573" fmla="*/ 20999 w 2363999"/>
                <a:gd name="connsiteY34-2574" fmla="*/ 91319 h 698667"/>
                <a:gd name="connsiteX35-2575" fmla="*/ 0 w 2363999"/>
                <a:gd name="connsiteY35-2576" fmla="*/ 91319 h 698667"/>
                <a:gd name="connsiteX36-2577" fmla="*/ 128675 w 2363999"/>
                <a:gd name="connsiteY36-2578" fmla="*/ 2694 h 698667"/>
                <a:gd name="connsiteX37-2579" fmla="*/ 155574 w 2363999"/>
                <a:gd name="connsiteY37-2580" fmla="*/ 417 h 698667"/>
                <a:gd name="connsiteX0-2581" fmla="*/ 1852725 w 2363999"/>
                <a:gd name="connsiteY0-2582" fmla="*/ 546927 h 698667"/>
                <a:gd name="connsiteX1-2583" fmla="*/ 511282 w 2363999"/>
                <a:gd name="connsiteY1-2584" fmla="*/ 546928 h 698667"/>
                <a:gd name="connsiteX2-2585" fmla="*/ 1852722 w 2363999"/>
                <a:gd name="connsiteY2-2586" fmla="*/ 546928 h 698667"/>
                <a:gd name="connsiteX3-2587" fmla="*/ 1852725 w 2363999"/>
                <a:gd name="connsiteY3-2588" fmla="*/ 546927 h 698667"/>
                <a:gd name="connsiteX4-2589" fmla="*/ 1896952 w 2363999"/>
                <a:gd name="connsiteY4-2590" fmla="*/ 538436 h 698667"/>
                <a:gd name="connsiteX5-2591" fmla="*/ 1867843 w 2363999"/>
                <a:gd name="connsiteY5-2592" fmla="*/ 544282 h 698667"/>
                <a:gd name="connsiteX6-2593" fmla="*/ 1895198 w 2363999"/>
                <a:gd name="connsiteY6-2594" fmla="*/ 539495 h 698667"/>
                <a:gd name="connsiteX7-2595" fmla="*/ 1896952 w 2363999"/>
                <a:gd name="connsiteY7-2596" fmla="*/ 538436 h 698667"/>
                <a:gd name="connsiteX8-2597" fmla="*/ 1925868 w 2363999"/>
                <a:gd name="connsiteY8-2598" fmla="*/ 520703 h 698667"/>
                <a:gd name="connsiteX9-2599" fmla="*/ 1903687 w 2363999"/>
                <a:gd name="connsiteY9-2600" fmla="*/ 534368 h 698667"/>
                <a:gd name="connsiteX10-2601" fmla="*/ 1925543 w 2363999"/>
                <a:gd name="connsiteY10-2602" fmla="*/ 521167 h 698667"/>
                <a:gd name="connsiteX11-2603" fmla="*/ 1925868 w 2363999"/>
                <a:gd name="connsiteY11-2604" fmla="*/ 520703 h 698667"/>
                <a:gd name="connsiteX12-2605" fmla="*/ 2015163 w 2363999"/>
                <a:gd name="connsiteY12-2606" fmla="*/ 237969 h 698667"/>
                <a:gd name="connsiteX13-2607" fmla="*/ 2008503 w 2363999"/>
                <a:gd name="connsiteY13-2608" fmla="*/ 256760 h 698667"/>
                <a:gd name="connsiteX14-2609" fmla="*/ 2005802 w 2363999"/>
                <a:gd name="connsiteY14-2610" fmla="*/ 266702 h 698667"/>
                <a:gd name="connsiteX15-2611" fmla="*/ 2015163 w 2363999"/>
                <a:gd name="connsiteY15-2612" fmla="*/ 237969 h 698667"/>
                <a:gd name="connsiteX16-2613" fmla="*/ 2135985 w 2363999"/>
                <a:gd name="connsiteY16-2614" fmla="*/ 28244 h 698667"/>
                <a:gd name="connsiteX17-2615" fmla="*/ 2133654 w 2363999"/>
                <a:gd name="connsiteY17-2616" fmla="*/ 29611 h 698667"/>
                <a:gd name="connsiteX18-2617" fmla="*/ 2132127 w 2363999"/>
                <a:gd name="connsiteY18-2618" fmla="*/ 31186 h 698667"/>
                <a:gd name="connsiteX19-2619" fmla="*/ 2135985 w 2363999"/>
                <a:gd name="connsiteY19-2620" fmla="*/ 28244 h 698667"/>
                <a:gd name="connsiteX20-2621" fmla="*/ 2172602 w 2363999"/>
                <a:gd name="connsiteY20-2622" fmla="*/ 7291 h 698667"/>
                <a:gd name="connsiteX21-2623" fmla="*/ 2171251 w 2363999"/>
                <a:gd name="connsiteY21-2624" fmla="*/ 7547 h 698667"/>
                <a:gd name="connsiteX22-2625" fmla="*/ 2168355 w 2363999"/>
                <a:gd name="connsiteY22-2626" fmla="*/ 9246 h 698667"/>
                <a:gd name="connsiteX23-2627" fmla="*/ 2172602 w 2363999"/>
                <a:gd name="connsiteY23-2628" fmla="*/ 7291 h 698667"/>
                <a:gd name="connsiteX24-2629" fmla="*/ 155574 w 2363999"/>
                <a:gd name="connsiteY24-2630" fmla="*/ 417 h 698667"/>
                <a:gd name="connsiteX25-2631" fmla="*/ 2211154 w 2363999"/>
                <a:gd name="connsiteY25-2632" fmla="*/ 0 h 698667"/>
                <a:gd name="connsiteX26-2633" fmla="*/ 2208720 w 2363999"/>
                <a:gd name="connsiteY26-2634" fmla="*/ 460 h 698667"/>
                <a:gd name="connsiteX27-2635" fmla="*/ 2235119 w 2363999"/>
                <a:gd name="connsiteY27-2636" fmla="*/ 2694 h 698667"/>
                <a:gd name="connsiteX28-2637" fmla="*/ 2363999 w 2363999"/>
                <a:gd name="connsiteY28-2638" fmla="*/ 91319 h 698667"/>
                <a:gd name="connsiteX29-2639" fmla="*/ 2343005 w 2363999"/>
                <a:gd name="connsiteY29-2640" fmla="*/ 91319 h 698667"/>
                <a:gd name="connsiteX30-2641" fmla="*/ 1981149 w 2363999"/>
                <a:gd name="connsiteY30-2642" fmla="*/ 464889 h 698667"/>
                <a:gd name="connsiteX31-2643" fmla="*/ 1854676 w 2363999"/>
                <a:gd name="connsiteY31-2644" fmla="*/ 571342 h 698667"/>
                <a:gd name="connsiteX32-2645" fmla="*/ 1252596 w 2363999"/>
                <a:gd name="connsiteY32-2646" fmla="*/ 694031 h 698667"/>
                <a:gd name="connsiteX33-2647" fmla="*/ 463566 w 2363999"/>
                <a:gd name="connsiteY33-2648" fmla="*/ 450197 h 698667"/>
                <a:gd name="connsiteX34-2649" fmla="*/ 20999 w 2363999"/>
                <a:gd name="connsiteY34-2650" fmla="*/ 91319 h 698667"/>
                <a:gd name="connsiteX35-2651" fmla="*/ 0 w 2363999"/>
                <a:gd name="connsiteY35-2652" fmla="*/ 91319 h 698667"/>
                <a:gd name="connsiteX36-2653" fmla="*/ 128675 w 2363999"/>
                <a:gd name="connsiteY36-2654" fmla="*/ 2694 h 698667"/>
                <a:gd name="connsiteX37-2655" fmla="*/ 155574 w 2363999"/>
                <a:gd name="connsiteY37-2656" fmla="*/ 417 h 698667"/>
                <a:gd name="connsiteX0-2657" fmla="*/ 1852725 w 2363999"/>
                <a:gd name="connsiteY0-2658" fmla="*/ 546927 h 709916"/>
                <a:gd name="connsiteX1-2659" fmla="*/ 511282 w 2363999"/>
                <a:gd name="connsiteY1-2660" fmla="*/ 546928 h 709916"/>
                <a:gd name="connsiteX2-2661" fmla="*/ 1852722 w 2363999"/>
                <a:gd name="connsiteY2-2662" fmla="*/ 546928 h 709916"/>
                <a:gd name="connsiteX3-2663" fmla="*/ 1852725 w 2363999"/>
                <a:gd name="connsiteY3-2664" fmla="*/ 546927 h 709916"/>
                <a:gd name="connsiteX4-2665" fmla="*/ 1896952 w 2363999"/>
                <a:gd name="connsiteY4-2666" fmla="*/ 538436 h 709916"/>
                <a:gd name="connsiteX5-2667" fmla="*/ 1867843 w 2363999"/>
                <a:gd name="connsiteY5-2668" fmla="*/ 544282 h 709916"/>
                <a:gd name="connsiteX6-2669" fmla="*/ 1895198 w 2363999"/>
                <a:gd name="connsiteY6-2670" fmla="*/ 539495 h 709916"/>
                <a:gd name="connsiteX7-2671" fmla="*/ 1896952 w 2363999"/>
                <a:gd name="connsiteY7-2672" fmla="*/ 538436 h 709916"/>
                <a:gd name="connsiteX8-2673" fmla="*/ 1925868 w 2363999"/>
                <a:gd name="connsiteY8-2674" fmla="*/ 520703 h 709916"/>
                <a:gd name="connsiteX9-2675" fmla="*/ 1903687 w 2363999"/>
                <a:gd name="connsiteY9-2676" fmla="*/ 534368 h 709916"/>
                <a:gd name="connsiteX10-2677" fmla="*/ 1925543 w 2363999"/>
                <a:gd name="connsiteY10-2678" fmla="*/ 521167 h 709916"/>
                <a:gd name="connsiteX11-2679" fmla="*/ 1925868 w 2363999"/>
                <a:gd name="connsiteY11-2680" fmla="*/ 520703 h 709916"/>
                <a:gd name="connsiteX12-2681" fmla="*/ 2015163 w 2363999"/>
                <a:gd name="connsiteY12-2682" fmla="*/ 237969 h 709916"/>
                <a:gd name="connsiteX13-2683" fmla="*/ 2008503 w 2363999"/>
                <a:gd name="connsiteY13-2684" fmla="*/ 256760 h 709916"/>
                <a:gd name="connsiteX14-2685" fmla="*/ 2005802 w 2363999"/>
                <a:gd name="connsiteY14-2686" fmla="*/ 266702 h 709916"/>
                <a:gd name="connsiteX15-2687" fmla="*/ 2015163 w 2363999"/>
                <a:gd name="connsiteY15-2688" fmla="*/ 237969 h 709916"/>
                <a:gd name="connsiteX16-2689" fmla="*/ 2135985 w 2363999"/>
                <a:gd name="connsiteY16-2690" fmla="*/ 28244 h 709916"/>
                <a:gd name="connsiteX17-2691" fmla="*/ 2133654 w 2363999"/>
                <a:gd name="connsiteY17-2692" fmla="*/ 29611 h 709916"/>
                <a:gd name="connsiteX18-2693" fmla="*/ 2132127 w 2363999"/>
                <a:gd name="connsiteY18-2694" fmla="*/ 31186 h 709916"/>
                <a:gd name="connsiteX19-2695" fmla="*/ 2135985 w 2363999"/>
                <a:gd name="connsiteY19-2696" fmla="*/ 28244 h 709916"/>
                <a:gd name="connsiteX20-2697" fmla="*/ 2172602 w 2363999"/>
                <a:gd name="connsiteY20-2698" fmla="*/ 7291 h 709916"/>
                <a:gd name="connsiteX21-2699" fmla="*/ 2171251 w 2363999"/>
                <a:gd name="connsiteY21-2700" fmla="*/ 7547 h 709916"/>
                <a:gd name="connsiteX22-2701" fmla="*/ 2168355 w 2363999"/>
                <a:gd name="connsiteY22-2702" fmla="*/ 9246 h 709916"/>
                <a:gd name="connsiteX23-2703" fmla="*/ 2172602 w 2363999"/>
                <a:gd name="connsiteY23-2704" fmla="*/ 7291 h 709916"/>
                <a:gd name="connsiteX24-2705" fmla="*/ 155574 w 2363999"/>
                <a:gd name="connsiteY24-2706" fmla="*/ 417 h 709916"/>
                <a:gd name="connsiteX25-2707" fmla="*/ 2211154 w 2363999"/>
                <a:gd name="connsiteY25-2708" fmla="*/ 0 h 709916"/>
                <a:gd name="connsiteX26-2709" fmla="*/ 2208720 w 2363999"/>
                <a:gd name="connsiteY26-2710" fmla="*/ 460 h 709916"/>
                <a:gd name="connsiteX27-2711" fmla="*/ 2235119 w 2363999"/>
                <a:gd name="connsiteY27-2712" fmla="*/ 2694 h 709916"/>
                <a:gd name="connsiteX28-2713" fmla="*/ 2363999 w 2363999"/>
                <a:gd name="connsiteY28-2714" fmla="*/ 91319 h 709916"/>
                <a:gd name="connsiteX29-2715" fmla="*/ 2343005 w 2363999"/>
                <a:gd name="connsiteY29-2716" fmla="*/ 91319 h 709916"/>
                <a:gd name="connsiteX30-2717" fmla="*/ 1981149 w 2363999"/>
                <a:gd name="connsiteY30-2718" fmla="*/ 464889 h 709916"/>
                <a:gd name="connsiteX31-2719" fmla="*/ 1854676 w 2363999"/>
                <a:gd name="connsiteY31-2720" fmla="*/ 571342 h 709916"/>
                <a:gd name="connsiteX32-2721" fmla="*/ 1204459 w 2363999"/>
                <a:gd name="connsiteY32-2722" fmla="*/ 705654 h 709916"/>
                <a:gd name="connsiteX33-2723" fmla="*/ 463566 w 2363999"/>
                <a:gd name="connsiteY33-2724" fmla="*/ 450197 h 709916"/>
                <a:gd name="connsiteX34-2725" fmla="*/ 20999 w 2363999"/>
                <a:gd name="connsiteY34-2726" fmla="*/ 91319 h 709916"/>
                <a:gd name="connsiteX35-2727" fmla="*/ 0 w 2363999"/>
                <a:gd name="connsiteY35-2728" fmla="*/ 91319 h 709916"/>
                <a:gd name="connsiteX36-2729" fmla="*/ 128675 w 2363999"/>
                <a:gd name="connsiteY36-2730" fmla="*/ 2694 h 709916"/>
                <a:gd name="connsiteX37-2731" fmla="*/ 155574 w 2363999"/>
                <a:gd name="connsiteY37-2732" fmla="*/ 417 h 709916"/>
                <a:gd name="connsiteX0-2733" fmla="*/ 1852725 w 2363999"/>
                <a:gd name="connsiteY0-2734" fmla="*/ 546927 h 709916"/>
                <a:gd name="connsiteX1-2735" fmla="*/ 511282 w 2363999"/>
                <a:gd name="connsiteY1-2736" fmla="*/ 546928 h 709916"/>
                <a:gd name="connsiteX2-2737" fmla="*/ 1852722 w 2363999"/>
                <a:gd name="connsiteY2-2738" fmla="*/ 546928 h 709916"/>
                <a:gd name="connsiteX3-2739" fmla="*/ 1852725 w 2363999"/>
                <a:gd name="connsiteY3-2740" fmla="*/ 546927 h 709916"/>
                <a:gd name="connsiteX4-2741" fmla="*/ 1896952 w 2363999"/>
                <a:gd name="connsiteY4-2742" fmla="*/ 538436 h 709916"/>
                <a:gd name="connsiteX5-2743" fmla="*/ 1867843 w 2363999"/>
                <a:gd name="connsiteY5-2744" fmla="*/ 544282 h 709916"/>
                <a:gd name="connsiteX6-2745" fmla="*/ 1895198 w 2363999"/>
                <a:gd name="connsiteY6-2746" fmla="*/ 539495 h 709916"/>
                <a:gd name="connsiteX7-2747" fmla="*/ 1896952 w 2363999"/>
                <a:gd name="connsiteY7-2748" fmla="*/ 538436 h 709916"/>
                <a:gd name="connsiteX8-2749" fmla="*/ 1925868 w 2363999"/>
                <a:gd name="connsiteY8-2750" fmla="*/ 520703 h 709916"/>
                <a:gd name="connsiteX9-2751" fmla="*/ 1903687 w 2363999"/>
                <a:gd name="connsiteY9-2752" fmla="*/ 534368 h 709916"/>
                <a:gd name="connsiteX10-2753" fmla="*/ 1925543 w 2363999"/>
                <a:gd name="connsiteY10-2754" fmla="*/ 521167 h 709916"/>
                <a:gd name="connsiteX11-2755" fmla="*/ 1925868 w 2363999"/>
                <a:gd name="connsiteY11-2756" fmla="*/ 520703 h 709916"/>
                <a:gd name="connsiteX12-2757" fmla="*/ 2015163 w 2363999"/>
                <a:gd name="connsiteY12-2758" fmla="*/ 237969 h 709916"/>
                <a:gd name="connsiteX13-2759" fmla="*/ 2008503 w 2363999"/>
                <a:gd name="connsiteY13-2760" fmla="*/ 256760 h 709916"/>
                <a:gd name="connsiteX14-2761" fmla="*/ 2005802 w 2363999"/>
                <a:gd name="connsiteY14-2762" fmla="*/ 266702 h 709916"/>
                <a:gd name="connsiteX15-2763" fmla="*/ 2015163 w 2363999"/>
                <a:gd name="connsiteY15-2764" fmla="*/ 237969 h 709916"/>
                <a:gd name="connsiteX16-2765" fmla="*/ 2135985 w 2363999"/>
                <a:gd name="connsiteY16-2766" fmla="*/ 28244 h 709916"/>
                <a:gd name="connsiteX17-2767" fmla="*/ 2133654 w 2363999"/>
                <a:gd name="connsiteY17-2768" fmla="*/ 29611 h 709916"/>
                <a:gd name="connsiteX18-2769" fmla="*/ 2132127 w 2363999"/>
                <a:gd name="connsiteY18-2770" fmla="*/ 31186 h 709916"/>
                <a:gd name="connsiteX19-2771" fmla="*/ 2135985 w 2363999"/>
                <a:gd name="connsiteY19-2772" fmla="*/ 28244 h 709916"/>
                <a:gd name="connsiteX20-2773" fmla="*/ 2172602 w 2363999"/>
                <a:gd name="connsiteY20-2774" fmla="*/ 7291 h 709916"/>
                <a:gd name="connsiteX21-2775" fmla="*/ 2171251 w 2363999"/>
                <a:gd name="connsiteY21-2776" fmla="*/ 7547 h 709916"/>
                <a:gd name="connsiteX22-2777" fmla="*/ 2168355 w 2363999"/>
                <a:gd name="connsiteY22-2778" fmla="*/ 9246 h 709916"/>
                <a:gd name="connsiteX23-2779" fmla="*/ 2172602 w 2363999"/>
                <a:gd name="connsiteY23-2780" fmla="*/ 7291 h 709916"/>
                <a:gd name="connsiteX24-2781" fmla="*/ 155574 w 2363999"/>
                <a:gd name="connsiteY24-2782" fmla="*/ 417 h 709916"/>
                <a:gd name="connsiteX25-2783" fmla="*/ 2211154 w 2363999"/>
                <a:gd name="connsiteY25-2784" fmla="*/ 0 h 709916"/>
                <a:gd name="connsiteX26-2785" fmla="*/ 2208720 w 2363999"/>
                <a:gd name="connsiteY26-2786" fmla="*/ 460 h 709916"/>
                <a:gd name="connsiteX27-2787" fmla="*/ 2235119 w 2363999"/>
                <a:gd name="connsiteY27-2788" fmla="*/ 2694 h 709916"/>
                <a:gd name="connsiteX28-2789" fmla="*/ 2363999 w 2363999"/>
                <a:gd name="connsiteY28-2790" fmla="*/ 91319 h 709916"/>
                <a:gd name="connsiteX29-2791" fmla="*/ 2343005 w 2363999"/>
                <a:gd name="connsiteY29-2792" fmla="*/ 91319 h 709916"/>
                <a:gd name="connsiteX30-2793" fmla="*/ 1981149 w 2363999"/>
                <a:gd name="connsiteY30-2794" fmla="*/ 464889 h 709916"/>
                <a:gd name="connsiteX31-2795" fmla="*/ 1854676 w 2363999"/>
                <a:gd name="connsiteY31-2796" fmla="*/ 571342 h 709916"/>
                <a:gd name="connsiteX32-2797" fmla="*/ 1204459 w 2363999"/>
                <a:gd name="connsiteY32-2798" fmla="*/ 705654 h 709916"/>
                <a:gd name="connsiteX33-2799" fmla="*/ 463566 w 2363999"/>
                <a:gd name="connsiteY33-2800" fmla="*/ 450197 h 709916"/>
                <a:gd name="connsiteX34-2801" fmla="*/ 20999 w 2363999"/>
                <a:gd name="connsiteY34-2802" fmla="*/ 91319 h 709916"/>
                <a:gd name="connsiteX35-2803" fmla="*/ 0 w 2363999"/>
                <a:gd name="connsiteY35-2804" fmla="*/ 91319 h 709916"/>
                <a:gd name="connsiteX36-2805" fmla="*/ 128675 w 2363999"/>
                <a:gd name="connsiteY36-2806" fmla="*/ 2694 h 709916"/>
                <a:gd name="connsiteX37-2807" fmla="*/ 155574 w 2363999"/>
                <a:gd name="connsiteY37-2808" fmla="*/ 417 h 709916"/>
                <a:gd name="connsiteX0-2809" fmla="*/ 1852725 w 2363999"/>
                <a:gd name="connsiteY0-2810" fmla="*/ 546927 h 705654"/>
                <a:gd name="connsiteX1-2811" fmla="*/ 511282 w 2363999"/>
                <a:gd name="connsiteY1-2812" fmla="*/ 546928 h 705654"/>
                <a:gd name="connsiteX2-2813" fmla="*/ 1852722 w 2363999"/>
                <a:gd name="connsiteY2-2814" fmla="*/ 546928 h 705654"/>
                <a:gd name="connsiteX3-2815" fmla="*/ 1852725 w 2363999"/>
                <a:gd name="connsiteY3-2816" fmla="*/ 546927 h 705654"/>
                <a:gd name="connsiteX4-2817" fmla="*/ 1896952 w 2363999"/>
                <a:gd name="connsiteY4-2818" fmla="*/ 538436 h 705654"/>
                <a:gd name="connsiteX5-2819" fmla="*/ 1867843 w 2363999"/>
                <a:gd name="connsiteY5-2820" fmla="*/ 544282 h 705654"/>
                <a:gd name="connsiteX6-2821" fmla="*/ 1895198 w 2363999"/>
                <a:gd name="connsiteY6-2822" fmla="*/ 539495 h 705654"/>
                <a:gd name="connsiteX7-2823" fmla="*/ 1896952 w 2363999"/>
                <a:gd name="connsiteY7-2824" fmla="*/ 538436 h 705654"/>
                <a:gd name="connsiteX8-2825" fmla="*/ 1925868 w 2363999"/>
                <a:gd name="connsiteY8-2826" fmla="*/ 520703 h 705654"/>
                <a:gd name="connsiteX9-2827" fmla="*/ 1903687 w 2363999"/>
                <a:gd name="connsiteY9-2828" fmla="*/ 534368 h 705654"/>
                <a:gd name="connsiteX10-2829" fmla="*/ 1925543 w 2363999"/>
                <a:gd name="connsiteY10-2830" fmla="*/ 521167 h 705654"/>
                <a:gd name="connsiteX11-2831" fmla="*/ 1925868 w 2363999"/>
                <a:gd name="connsiteY11-2832" fmla="*/ 520703 h 705654"/>
                <a:gd name="connsiteX12-2833" fmla="*/ 2015163 w 2363999"/>
                <a:gd name="connsiteY12-2834" fmla="*/ 237969 h 705654"/>
                <a:gd name="connsiteX13-2835" fmla="*/ 2008503 w 2363999"/>
                <a:gd name="connsiteY13-2836" fmla="*/ 256760 h 705654"/>
                <a:gd name="connsiteX14-2837" fmla="*/ 2005802 w 2363999"/>
                <a:gd name="connsiteY14-2838" fmla="*/ 266702 h 705654"/>
                <a:gd name="connsiteX15-2839" fmla="*/ 2015163 w 2363999"/>
                <a:gd name="connsiteY15-2840" fmla="*/ 237969 h 705654"/>
                <a:gd name="connsiteX16-2841" fmla="*/ 2135985 w 2363999"/>
                <a:gd name="connsiteY16-2842" fmla="*/ 28244 h 705654"/>
                <a:gd name="connsiteX17-2843" fmla="*/ 2133654 w 2363999"/>
                <a:gd name="connsiteY17-2844" fmla="*/ 29611 h 705654"/>
                <a:gd name="connsiteX18-2845" fmla="*/ 2132127 w 2363999"/>
                <a:gd name="connsiteY18-2846" fmla="*/ 31186 h 705654"/>
                <a:gd name="connsiteX19-2847" fmla="*/ 2135985 w 2363999"/>
                <a:gd name="connsiteY19-2848" fmla="*/ 28244 h 705654"/>
                <a:gd name="connsiteX20-2849" fmla="*/ 2172602 w 2363999"/>
                <a:gd name="connsiteY20-2850" fmla="*/ 7291 h 705654"/>
                <a:gd name="connsiteX21-2851" fmla="*/ 2171251 w 2363999"/>
                <a:gd name="connsiteY21-2852" fmla="*/ 7547 h 705654"/>
                <a:gd name="connsiteX22-2853" fmla="*/ 2168355 w 2363999"/>
                <a:gd name="connsiteY22-2854" fmla="*/ 9246 h 705654"/>
                <a:gd name="connsiteX23-2855" fmla="*/ 2172602 w 2363999"/>
                <a:gd name="connsiteY23-2856" fmla="*/ 7291 h 705654"/>
                <a:gd name="connsiteX24-2857" fmla="*/ 155574 w 2363999"/>
                <a:gd name="connsiteY24-2858" fmla="*/ 417 h 705654"/>
                <a:gd name="connsiteX25-2859" fmla="*/ 2211154 w 2363999"/>
                <a:gd name="connsiteY25-2860" fmla="*/ 0 h 705654"/>
                <a:gd name="connsiteX26-2861" fmla="*/ 2208720 w 2363999"/>
                <a:gd name="connsiteY26-2862" fmla="*/ 460 h 705654"/>
                <a:gd name="connsiteX27-2863" fmla="*/ 2235119 w 2363999"/>
                <a:gd name="connsiteY27-2864" fmla="*/ 2694 h 705654"/>
                <a:gd name="connsiteX28-2865" fmla="*/ 2363999 w 2363999"/>
                <a:gd name="connsiteY28-2866" fmla="*/ 91319 h 705654"/>
                <a:gd name="connsiteX29-2867" fmla="*/ 2343005 w 2363999"/>
                <a:gd name="connsiteY29-2868" fmla="*/ 91319 h 705654"/>
                <a:gd name="connsiteX30-2869" fmla="*/ 1981149 w 2363999"/>
                <a:gd name="connsiteY30-2870" fmla="*/ 464889 h 705654"/>
                <a:gd name="connsiteX31-2871" fmla="*/ 1854676 w 2363999"/>
                <a:gd name="connsiteY31-2872" fmla="*/ 571342 h 705654"/>
                <a:gd name="connsiteX32-2873" fmla="*/ 1204459 w 2363999"/>
                <a:gd name="connsiteY32-2874" fmla="*/ 705654 h 705654"/>
                <a:gd name="connsiteX33-2875" fmla="*/ 463566 w 2363999"/>
                <a:gd name="connsiteY33-2876" fmla="*/ 450197 h 705654"/>
                <a:gd name="connsiteX34-2877" fmla="*/ 20999 w 2363999"/>
                <a:gd name="connsiteY34-2878" fmla="*/ 91319 h 705654"/>
                <a:gd name="connsiteX35-2879" fmla="*/ 0 w 2363999"/>
                <a:gd name="connsiteY35-2880" fmla="*/ 91319 h 705654"/>
                <a:gd name="connsiteX36-2881" fmla="*/ 128675 w 2363999"/>
                <a:gd name="connsiteY36-2882" fmla="*/ 2694 h 705654"/>
                <a:gd name="connsiteX37-2883" fmla="*/ 155574 w 2363999"/>
                <a:gd name="connsiteY37-2884" fmla="*/ 417 h 705654"/>
                <a:gd name="connsiteX0-2885" fmla="*/ 1852725 w 2363999"/>
                <a:gd name="connsiteY0-2886" fmla="*/ 546927 h 713403"/>
                <a:gd name="connsiteX1-2887" fmla="*/ 511282 w 2363999"/>
                <a:gd name="connsiteY1-2888" fmla="*/ 546928 h 713403"/>
                <a:gd name="connsiteX2-2889" fmla="*/ 1852722 w 2363999"/>
                <a:gd name="connsiteY2-2890" fmla="*/ 546928 h 713403"/>
                <a:gd name="connsiteX3-2891" fmla="*/ 1852725 w 2363999"/>
                <a:gd name="connsiteY3-2892" fmla="*/ 546927 h 713403"/>
                <a:gd name="connsiteX4-2893" fmla="*/ 1896952 w 2363999"/>
                <a:gd name="connsiteY4-2894" fmla="*/ 538436 h 713403"/>
                <a:gd name="connsiteX5-2895" fmla="*/ 1867843 w 2363999"/>
                <a:gd name="connsiteY5-2896" fmla="*/ 544282 h 713403"/>
                <a:gd name="connsiteX6-2897" fmla="*/ 1895198 w 2363999"/>
                <a:gd name="connsiteY6-2898" fmla="*/ 539495 h 713403"/>
                <a:gd name="connsiteX7-2899" fmla="*/ 1896952 w 2363999"/>
                <a:gd name="connsiteY7-2900" fmla="*/ 538436 h 713403"/>
                <a:gd name="connsiteX8-2901" fmla="*/ 1925868 w 2363999"/>
                <a:gd name="connsiteY8-2902" fmla="*/ 520703 h 713403"/>
                <a:gd name="connsiteX9-2903" fmla="*/ 1903687 w 2363999"/>
                <a:gd name="connsiteY9-2904" fmla="*/ 534368 h 713403"/>
                <a:gd name="connsiteX10-2905" fmla="*/ 1925543 w 2363999"/>
                <a:gd name="connsiteY10-2906" fmla="*/ 521167 h 713403"/>
                <a:gd name="connsiteX11-2907" fmla="*/ 1925868 w 2363999"/>
                <a:gd name="connsiteY11-2908" fmla="*/ 520703 h 713403"/>
                <a:gd name="connsiteX12-2909" fmla="*/ 2015163 w 2363999"/>
                <a:gd name="connsiteY12-2910" fmla="*/ 237969 h 713403"/>
                <a:gd name="connsiteX13-2911" fmla="*/ 2008503 w 2363999"/>
                <a:gd name="connsiteY13-2912" fmla="*/ 256760 h 713403"/>
                <a:gd name="connsiteX14-2913" fmla="*/ 2005802 w 2363999"/>
                <a:gd name="connsiteY14-2914" fmla="*/ 266702 h 713403"/>
                <a:gd name="connsiteX15-2915" fmla="*/ 2015163 w 2363999"/>
                <a:gd name="connsiteY15-2916" fmla="*/ 237969 h 713403"/>
                <a:gd name="connsiteX16-2917" fmla="*/ 2135985 w 2363999"/>
                <a:gd name="connsiteY16-2918" fmla="*/ 28244 h 713403"/>
                <a:gd name="connsiteX17-2919" fmla="*/ 2133654 w 2363999"/>
                <a:gd name="connsiteY17-2920" fmla="*/ 29611 h 713403"/>
                <a:gd name="connsiteX18-2921" fmla="*/ 2132127 w 2363999"/>
                <a:gd name="connsiteY18-2922" fmla="*/ 31186 h 713403"/>
                <a:gd name="connsiteX19-2923" fmla="*/ 2135985 w 2363999"/>
                <a:gd name="connsiteY19-2924" fmla="*/ 28244 h 713403"/>
                <a:gd name="connsiteX20-2925" fmla="*/ 2172602 w 2363999"/>
                <a:gd name="connsiteY20-2926" fmla="*/ 7291 h 713403"/>
                <a:gd name="connsiteX21-2927" fmla="*/ 2171251 w 2363999"/>
                <a:gd name="connsiteY21-2928" fmla="*/ 7547 h 713403"/>
                <a:gd name="connsiteX22-2929" fmla="*/ 2168355 w 2363999"/>
                <a:gd name="connsiteY22-2930" fmla="*/ 9246 h 713403"/>
                <a:gd name="connsiteX23-2931" fmla="*/ 2172602 w 2363999"/>
                <a:gd name="connsiteY23-2932" fmla="*/ 7291 h 713403"/>
                <a:gd name="connsiteX24-2933" fmla="*/ 155574 w 2363999"/>
                <a:gd name="connsiteY24-2934" fmla="*/ 417 h 713403"/>
                <a:gd name="connsiteX25-2935" fmla="*/ 2211154 w 2363999"/>
                <a:gd name="connsiteY25-2936" fmla="*/ 0 h 713403"/>
                <a:gd name="connsiteX26-2937" fmla="*/ 2208720 w 2363999"/>
                <a:gd name="connsiteY26-2938" fmla="*/ 460 h 713403"/>
                <a:gd name="connsiteX27-2939" fmla="*/ 2235119 w 2363999"/>
                <a:gd name="connsiteY27-2940" fmla="*/ 2694 h 713403"/>
                <a:gd name="connsiteX28-2941" fmla="*/ 2363999 w 2363999"/>
                <a:gd name="connsiteY28-2942" fmla="*/ 91319 h 713403"/>
                <a:gd name="connsiteX29-2943" fmla="*/ 2343005 w 2363999"/>
                <a:gd name="connsiteY29-2944" fmla="*/ 91319 h 713403"/>
                <a:gd name="connsiteX30-2945" fmla="*/ 1981149 w 2363999"/>
                <a:gd name="connsiteY30-2946" fmla="*/ 464889 h 713403"/>
                <a:gd name="connsiteX31-2947" fmla="*/ 1854676 w 2363999"/>
                <a:gd name="connsiteY31-2948" fmla="*/ 571342 h 713403"/>
                <a:gd name="connsiteX32-2949" fmla="*/ 1265433 w 2363999"/>
                <a:gd name="connsiteY32-2950" fmla="*/ 713403 h 713403"/>
                <a:gd name="connsiteX33-2951" fmla="*/ 463566 w 2363999"/>
                <a:gd name="connsiteY33-2952" fmla="*/ 450197 h 713403"/>
                <a:gd name="connsiteX34-2953" fmla="*/ 20999 w 2363999"/>
                <a:gd name="connsiteY34-2954" fmla="*/ 91319 h 713403"/>
                <a:gd name="connsiteX35-2955" fmla="*/ 0 w 2363999"/>
                <a:gd name="connsiteY35-2956" fmla="*/ 91319 h 713403"/>
                <a:gd name="connsiteX36-2957" fmla="*/ 128675 w 2363999"/>
                <a:gd name="connsiteY36-2958" fmla="*/ 2694 h 713403"/>
                <a:gd name="connsiteX37-2959" fmla="*/ 155574 w 2363999"/>
                <a:gd name="connsiteY37-2960" fmla="*/ 417 h 713403"/>
                <a:gd name="connsiteX0-2961" fmla="*/ 1852725 w 2363999"/>
                <a:gd name="connsiteY0-2962" fmla="*/ 546927 h 709529"/>
                <a:gd name="connsiteX1-2963" fmla="*/ 511282 w 2363999"/>
                <a:gd name="connsiteY1-2964" fmla="*/ 546928 h 709529"/>
                <a:gd name="connsiteX2-2965" fmla="*/ 1852722 w 2363999"/>
                <a:gd name="connsiteY2-2966" fmla="*/ 546928 h 709529"/>
                <a:gd name="connsiteX3-2967" fmla="*/ 1852725 w 2363999"/>
                <a:gd name="connsiteY3-2968" fmla="*/ 546927 h 709529"/>
                <a:gd name="connsiteX4-2969" fmla="*/ 1896952 w 2363999"/>
                <a:gd name="connsiteY4-2970" fmla="*/ 538436 h 709529"/>
                <a:gd name="connsiteX5-2971" fmla="*/ 1867843 w 2363999"/>
                <a:gd name="connsiteY5-2972" fmla="*/ 544282 h 709529"/>
                <a:gd name="connsiteX6-2973" fmla="*/ 1895198 w 2363999"/>
                <a:gd name="connsiteY6-2974" fmla="*/ 539495 h 709529"/>
                <a:gd name="connsiteX7-2975" fmla="*/ 1896952 w 2363999"/>
                <a:gd name="connsiteY7-2976" fmla="*/ 538436 h 709529"/>
                <a:gd name="connsiteX8-2977" fmla="*/ 1925868 w 2363999"/>
                <a:gd name="connsiteY8-2978" fmla="*/ 520703 h 709529"/>
                <a:gd name="connsiteX9-2979" fmla="*/ 1903687 w 2363999"/>
                <a:gd name="connsiteY9-2980" fmla="*/ 534368 h 709529"/>
                <a:gd name="connsiteX10-2981" fmla="*/ 1925543 w 2363999"/>
                <a:gd name="connsiteY10-2982" fmla="*/ 521167 h 709529"/>
                <a:gd name="connsiteX11-2983" fmla="*/ 1925868 w 2363999"/>
                <a:gd name="connsiteY11-2984" fmla="*/ 520703 h 709529"/>
                <a:gd name="connsiteX12-2985" fmla="*/ 2015163 w 2363999"/>
                <a:gd name="connsiteY12-2986" fmla="*/ 237969 h 709529"/>
                <a:gd name="connsiteX13-2987" fmla="*/ 2008503 w 2363999"/>
                <a:gd name="connsiteY13-2988" fmla="*/ 256760 h 709529"/>
                <a:gd name="connsiteX14-2989" fmla="*/ 2005802 w 2363999"/>
                <a:gd name="connsiteY14-2990" fmla="*/ 266702 h 709529"/>
                <a:gd name="connsiteX15-2991" fmla="*/ 2015163 w 2363999"/>
                <a:gd name="connsiteY15-2992" fmla="*/ 237969 h 709529"/>
                <a:gd name="connsiteX16-2993" fmla="*/ 2135985 w 2363999"/>
                <a:gd name="connsiteY16-2994" fmla="*/ 28244 h 709529"/>
                <a:gd name="connsiteX17-2995" fmla="*/ 2133654 w 2363999"/>
                <a:gd name="connsiteY17-2996" fmla="*/ 29611 h 709529"/>
                <a:gd name="connsiteX18-2997" fmla="*/ 2132127 w 2363999"/>
                <a:gd name="connsiteY18-2998" fmla="*/ 31186 h 709529"/>
                <a:gd name="connsiteX19-2999" fmla="*/ 2135985 w 2363999"/>
                <a:gd name="connsiteY19-3000" fmla="*/ 28244 h 709529"/>
                <a:gd name="connsiteX20-3001" fmla="*/ 2172602 w 2363999"/>
                <a:gd name="connsiteY20-3002" fmla="*/ 7291 h 709529"/>
                <a:gd name="connsiteX21-3003" fmla="*/ 2171251 w 2363999"/>
                <a:gd name="connsiteY21-3004" fmla="*/ 7547 h 709529"/>
                <a:gd name="connsiteX22-3005" fmla="*/ 2168355 w 2363999"/>
                <a:gd name="connsiteY22-3006" fmla="*/ 9246 h 709529"/>
                <a:gd name="connsiteX23-3007" fmla="*/ 2172602 w 2363999"/>
                <a:gd name="connsiteY23-3008" fmla="*/ 7291 h 709529"/>
                <a:gd name="connsiteX24-3009" fmla="*/ 155574 w 2363999"/>
                <a:gd name="connsiteY24-3010" fmla="*/ 417 h 709529"/>
                <a:gd name="connsiteX25-3011" fmla="*/ 2211154 w 2363999"/>
                <a:gd name="connsiteY25-3012" fmla="*/ 0 h 709529"/>
                <a:gd name="connsiteX26-3013" fmla="*/ 2208720 w 2363999"/>
                <a:gd name="connsiteY26-3014" fmla="*/ 460 h 709529"/>
                <a:gd name="connsiteX27-3015" fmla="*/ 2235119 w 2363999"/>
                <a:gd name="connsiteY27-3016" fmla="*/ 2694 h 709529"/>
                <a:gd name="connsiteX28-3017" fmla="*/ 2363999 w 2363999"/>
                <a:gd name="connsiteY28-3018" fmla="*/ 91319 h 709529"/>
                <a:gd name="connsiteX29-3019" fmla="*/ 2343005 w 2363999"/>
                <a:gd name="connsiteY29-3020" fmla="*/ 91319 h 709529"/>
                <a:gd name="connsiteX30-3021" fmla="*/ 1981149 w 2363999"/>
                <a:gd name="connsiteY30-3022" fmla="*/ 464889 h 709529"/>
                <a:gd name="connsiteX31-3023" fmla="*/ 1854676 w 2363999"/>
                <a:gd name="connsiteY31-3024" fmla="*/ 571342 h 709529"/>
                <a:gd name="connsiteX32-3025" fmla="*/ 1265433 w 2363999"/>
                <a:gd name="connsiteY32-3026" fmla="*/ 709529 h 709529"/>
                <a:gd name="connsiteX33-3027" fmla="*/ 463566 w 2363999"/>
                <a:gd name="connsiteY33-3028" fmla="*/ 450197 h 709529"/>
                <a:gd name="connsiteX34-3029" fmla="*/ 20999 w 2363999"/>
                <a:gd name="connsiteY34-3030" fmla="*/ 91319 h 709529"/>
                <a:gd name="connsiteX35-3031" fmla="*/ 0 w 2363999"/>
                <a:gd name="connsiteY35-3032" fmla="*/ 91319 h 709529"/>
                <a:gd name="connsiteX36-3033" fmla="*/ 128675 w 2363999"/>
                <a:gd name="connsiteY36-3034" fmla="*/ 2694 h 709529"/>
                <a:gd name="connsiteX37-3035" fmla="*/ 155574 w 2363999"/>
                <a:gd name="connsiteY37-3036" fmla="*/ 417 h 709529"/>
                <a:gd name="connsiteX0-3037" fmla="*/ 1852725 w 2363999"/>
                <a:gd name="connsiteY0-3038" fmla="*/ 546927 h 694032"/>
                <a:gd name="connsiteX1-3039" fmla="*/ 511282 w 2363999"/>
                <a:gd name="connsiteY1-3040" fmla="*/ 546928 h 694032"/>
                <a:gd name="connsiteX2-3041" fmla="*/ 1852722 w 2363999"/>
                <a:gd name="connsiteY2-3042" fmla="*/ 546928 h 694032"/>
                <a:gd name="connsiteX3-3043" fmla="*/ 1852725 w 2363999"/>
                <a:gd name="connsiteY3-3044" fmla="*/ 546927 h 694032"/>
                <a:gd name="connsiteX4-3045" fmla="*/ 1896952 w 2363999"/>
                <a:gd name="connsiteY4-3046" fmla="*/ 538436 h 694032"/>
                <a:gd name="connsiteX5-3047" fmla="*/ 1867843 w 2363999"/>
                <a:gd name="connsiteY5-3048" fmla="*/ 544282 h 694032"/>
                <a:gd name="connsiteX6-3049" fmla="*/ 1895198 w 2363999"/>
                <a:gd name="connsiteY6-3050" fmla="*/ 539495 h 694032"/>
                <a:gd name="connsiteX7-3051" fmla="*/ 1896952 w 2363999"/>
                <a:gd name="connsiteY7-3052" fmla="*/ 538436 h 694032"/>
                <a:gd name="connsiteX8-3053" fmla="*/ 1925868 w 2363999"/>
                <a:gd name="connsiteY8-3054" fmla="*/ 520703 h 694032"/>
                <a:gd name="connsiteX9-3055" fmla="*/ 1903687 w 2363999"/>
                <a:gd name="connsiteY9-3056" fmla="*/ 534368 h 694032"/>
                <a:gd name="connsiteX10-3057" fmla="*/ 1925543 w 2363999"/>
                <a:gd name="connsiteY10-3058" fmla="*/ 521167 h 694032"/>
                <a:gd name="connsiteX11-3059" fmla="*/ 1925868 w 2363999"/>
                <a:gd name="connsiteY11-3060" fmla="*/ 520703 h 694032"/>
                <a:gd name="connsiteX12-3061" fmla="*/ 2015163 w 2363999"/>
                <a:gd name="connsiteY12-3062" fmla="*/ 237969 h 694032"/>
                <a:gd name="connsiteX13-3063" fmla="*/ 2008503 w 2363999"/>
                <a:gd name="connsiteY13-3064" fmla="*/ 256760 h 694032"/>
                <a:gd name="connsiteX14-3065" fmla="*/ 2005802 w 2363999"/>
                <a:gd name="connsiteY14-3066" fmla="*/ 266702 h 694032"/>
                <a:gd name="connsiteX15-3067" fmla="*/ 2015163 w 2363999"/>
                <a:gd name="connsiteY15-3068" fmla="*/ 237969 h 694032"/>
                <a:gd name="connsiteX16-3069" fmla="*/ 2135985 w 2363999"/>
                <a:gd name="connsiteY16-3070" fmla="*/ 28244 h 694032"/>
                <a:gd name="connsiteX17-3071" fmla="*/ 2133654 w 2363999"/>
                <a:gd name="connsiteY17-3072" fmla="*/ 29611 h 694032"/>
                <a:gd name="connsiteX18-3073" fmla="*/ 2132127 w 2363999"/>
                <a:gd name="connsiteY18-3074" fmla="*/ 31186 h 694032"/>
                <a:gd name="connsiteX19-3075" fmla="*/ 2135985 w 2363999"/>
                <a:gd name="connsiteY19-3076" fmla="*/ 28244 h 694032"/>
                <a:gd name="connsiteX20-3077" fmla="*/ 2172602 w 2363999"/>
                <a:gd name="connsiteY20-3078" fmla="*/ 7291 h 694032"/>
                <a:gd name="connsiteX21-3079" fmla="*/ 2171251 w 2363999"/>
                <a:gd name="connsiteY21-3080" fmla="*/ 7547 h 694032"/>
                <a:gd name="connsiteX22-3081" fmla="*/ 2168355 w 2363999"/>
                <a:gd name="connsiteY22-3082" fmla="*/ 9246 h 694032"/>
                <a:gd name="connsiteX23-3083" fmla="*/ 2172602 w 2363999"/>
                <a:gd name="connsiteY23-3084" fmla="*/ 7291 h 694032"/>
                <a:gd name="connsiteX24-3085" fmla="*/ 155574 w 2363999"/>
                <a:gd name="connsiteY24-3086" fmla="*/ 417 h 694032"/>
                <a:gd name="connsiteX25-3087" fmla="*/ 2211154 w 2363999"/>
                <a:gd name="connsiteY25-3088" fmla="*/ 0 h 694032"/>
                <a:gd name="connsiteX26-3089" fmla="*/ 2208720 w 2363999"/>
                <a:gd name="connsiteY26-3090" fmla="*/ 460 h 694032"/>
                <a:gd name="connsiteX27-3091" fmla="*/ 2235119 w 2363999"/>
                <a:gd name="connsiteY27-3092" fmla="*/ 2694 h 694032"/>
                <a:gd name="connsiteX28-3093" fmla="*/ 2363999 w 2363999"/>
                <a:gd name="connsiteY28-3094" fmla="*/ 91319 h 694032"/>
                <a:gd name="connsiteX29-3095" fmla="*/ 2343005 w 2363999"/>
                <a:gd name="connsiteY29-3096" fmla="*/ 91319 h 694032"/>
                <a:gd name="connsiteX30-3097" fmla="*/ 1981149 w 2363999"/>
                <a:gd name="connsiteY30-3098" fmla="*/ 464889 h 694032"/>
                <a:gd name="connsiteX31-3099" fmla="*/ 1854676 w 2363999"/>
                <a:gd name="connsiteY31-3100" fmla="*/ 571342 h 694032"/>
                <a:gd name="connsiteX32-3101" fmla="*/ 1259015 w 2363999"/>
                <a:gd name="connsiteY32-3102" fmla="*/ 694032 h 694032"/>
                <a:gd name="connsiteX33-3103" fmla="*/ 463566 w 2363999"/>
                <a:gd name="connsiteY33-3104" fmla="*/ 450197 h 694032"/>
                <a:gd name="connsiteX34-3105" fmla="*/ 20999 w 2363999"/>
                <a:gd name="connsiteY34-3106" fmla="*/ 91319 h 694032"/>
                <a:gd name="connsiteX35-3107" fmla="*/ 0 w 2363999"/>
                <a:gd name="connsiteY35-3108" fmla="*/ 91319 h 694032"/>
                <a:gd name="connsiteX36-3109" fmla="*/ 128675 w 2363999"/>
                <a:gd name="connsiteY36-3110" fmla="*/ 2694 h 694032"/>
                <a:gd name="connsiteX37-3111" fmla="*/ 155574 w 2363999"/>
                <a:gd name="connsiteY37-3112" fmla="*/ 417 h 694032"/>
                <a:gd name="connsiteX0-3113" fmla="*/ 1852725 w 2363999"/>
                <a:gd name="connsiteY0-3114" fmla="*/ 546927 h 694032"/>
                <a:gd name="connsiteX1-3115" fmla="*/ 511282 w 2363999"/>
                <a:gd name="connsiteY1-3116" fmla="*/ 546928 h 694032"/>
                <a:gd name="connsiteX2-3117" fmla="*/ 1852722 w 2363999"/>
                <a:gd name="connsiteY2-3118" fmla="*/ 546928 h 694032"/>
                <a:gd name="connsiteX3-3119" fmla="*/ 1852725 w 2363999"/>
                <a:gd name="connsiteY3-3120" fmla="*/ 546927 h 694032"/>
                <a:gd name="connsiteX4-3121" fmla="*/ 1896952 w 2363999"/>
                <a:gd name="connsiteY4-3122" fmla="*/ 538436 h 694032"/>
                <a:gd name="connsiteX5-3123" fmla="*/ 1867843 w 2363999"/>
                <a:gd name="connsiteY5-3124" fmla="*/ 544282 h 694032"/>
                <a:gd name="connsiteX6-3125" fmla="*/ 1895198 w 2363999"/>
                <a:gd name="connsiteY6-3126" fmla="*/ 539495 h 694032"/>
                <a:gd name="connsiteX7-3127" fmla="*/ 1896952 w 2363999"/>
                <a:gd name="connsiteY7-3128" fmla="*/ 538436 h 694032"/>
                <a:gd name="connsiteX8-3129" fmla="*/ 1925868 w 2363999"/>
                <a:gd name="connsiteY8-3130" fmla="*/ 520703 h 694032"/>
                <a:gd name="connsiteX9-3131" fmla="*/ 1903687 w 2363999"/>
                <a:gd name="connsiteY9-3132" fmla="*/ 534368 h 694032"/>
                <a:gd name="connsiteX10-3133" fmla="*/ 1925543 w 2363999"/>
                <a:gd name="connsiteY10-3134" fmla="*/ 521167 h 694032"/>
                <a:gd name="connsiteX11-3135" fmla="*/ 1925868 w 2363999"/>
                <a:gd name="connsiteY11-3136" fmla="*/ 520703 h 694032"/>
                <a:gd name="connsiteX12-3137" fmla="*/ 2015163 w 2363999"/>
                <a:gd name="connsiteY12-3138" fmla="*/ 237969 h 694032"/>
                <a:gd name="connsiteX13-3139" fmla="*/ 2008503 w 2363999"/>
                <a:gd name="connsiteY13-3140" fmla="*/ 256760 h 694032"/>
                <a:gd name="connsiteX14-3141" fmla="*/ 2005802 w 2363999"/>
                <a:gd name="connsiteY14-3142" fmla="*/ 266702 h 694032"/>
                <a:gd name="connsiteX15-3143" fmla="*/ 2015163 w 2363999"/>
                <a:gd name="connsiteY15-3144" fmla="*/ 237969 h 694032"/>
                <a:gd name="connsiteX16-3145" fmla="*/ 2135985 w 2363999"/>
                <a:gd name="connsiteY16-3146" fmla="*/ 28244 h 694032"/>
                <a:gd name="connsiteX17-3147" fmla="*/ 2133654 w 2363999"/>
                <a:gd name="connsiteY17-3148" fmla="*/ 29611 h 694032"/>
                <a:gd name="connsiteX18-3149" fmla="*/ 2132127 w 2363999"/>
                <a:gd name="connsiteY18-3150" fmla="*/ 31186 h 694032"/>
                <a:gd name="connsiteX19-3151" fmla="*/ 2135985 w 2363999"/>
                <a:gd name="connsiteY19-3152" fmla="*/ 28244 h 694032"/>
                <a:gd name="connsiteX20-3153" fmla="*/ 2172602 w 2363999"/>
                <a:gd name="connsiteY20-3154" fmla="*/ 7291 h 694032"/>
                <a:gd name="connsiteX21-3155" fmla="*/ 2171251 w 2363999"/>
                <a:gd name="connsiteY21-3156" fmla="*/ 7547 h 694032"/>
                <a:gd name="connsiteX22-3157" fmla="*/ 2168355 w 2363999"/>
                <a:gd name="connsiteY22-3158" fmla="*/ 9246 h 694032"/>
                <a:gd name="connsiteX23-3159" fmla="*/ 2172602 w 2363999"/>
                <a:gd name="connsiteY23-3160" fmla="*/ 7291 h 694032"/>
                <a:gd name="connsiteX24-3161" fmla="*/ 155574 w 2363999"/>
                <a:gd name="connsiteY24-3162" fmla="*/ 417 h 694032"/>
                <a:gd name="connsiteX25-3163" fmla="*/ 2211154 w 2363999"/>
                <a:gd name="connsiteY25-3164" fmla="*/ 0 h 694032"/>
                <a:gd name="connsiteX26-3165" fmla="*/ 2208720 w 2363999"/>
                <a:gd name="connsiteY26-3166" fmla="*/ 460 h 694032"/>
                <a:gd name="connsiteX27-3167" fmla="*/ 2235119 w 2363999"/>
                <a:gd name="connsiteY27-3168" fmla="*/ 2694 h 694032"/>
                <a:gd name="connsiteX28-3169" fmla="*/ 2363999 w 2363999"/>
                <a:gd name="connsiteY28-3170" fmla="*/ 91319 h 694032"/>
                <a:gd name="connsiteX29-3171" fmla="*/ 2343005 w 2363999"/>
                <a:gd name="connsiteY29-3172" fmla="*/ 91319 h 694032"/>
                <a:gd name="connsiteX30-3173" fmla="*/ 1981149 w 2363999"/>
                <a:gd name="connsiteY30-3174" fmla="*/ 464889 h 694032"/>
                <a:gd name="connsiteX31-3175" fmla="*/ 1854676 w 2363999"/>
                <a:gd name="connsiteY31-3176" fmla="*/ 571342 h 694032"/>
                <a:gd name="connsiteX32-3177" fmla="*/ 1259015 w 2363999"/>
                <a:gd name="connsiteY32-3178" fmla="*/ 694032 h 694032"/>
                <a:gd name="connsiteX33-3179" fmla="*/ 463566 w 2363999"/>
                <a:gd name="connsiteY33-3180" fmla="*/ 450197 h 694032"/>
                <a:gd name="connsiteX34-3181" fmla="*/ 20999 w 2363999"/>
                <a:gd name="connsiteY34-3182" fmla="*/ 91319 h 694032"/>
                <a:gd name="connsiteX35-3183" fmla="*/ 0 w 2363999"/>
                <a:gd name="connsiteY35-3184" fmla="*/ 91319 h 694032"/>
                <a:gd name="connsiteX36-3185" fmla="*/ 128675 w 2363999"/>
                <a:gd name="connsiteY36-3186" fmla="*/ 2694 h 694032"/>
                <a:gd name="connsiteX37-3187" fmla="*/ 155574 w 2363999"/>
                <a:gd name="connsiteY37-3188" fmla="*/ 417 h 694032"/>
                <a:gd name="connsiteX0-3189" fmla="*/ 1852725 w 2363999"/>
                <a:gd name="connsiteY0-3190" fmla="*/ 546927 h 694032"/>
                <a:gd name="connsiteX1-3191" fmla="*/ 511282 w 2363999"/>
                <a:gd name="connsiteY1-3192" fmla="*/ 546928 h 694032"/>
                <a:gd name="connsiteX2-3193" fmla="*/ 1852722 w 2363999"/>
                <a:gd name="connsiteY2-3194" fmla="*/ 546928 h 694032"/>
                <a:gd name="connsiteX3-3195" fmla="*/ 1852725 w 2363999"/>
                <a:gd name="connsiteY3-3196" fmla="*/ 546927 h 694032"/>
                <a:gd name="connsiteX4-3197" fmla="*/ 1896952 w 2363999"/>
                <a:gd name="connsiteY4-3198" fmla="*/ 538436 h 694032"/>
                <a:gd name="connsiteX5-3199" fmla="*/ 1867843 w 2363999"/>
                <a:gd name="connsiteY5-3200" fmla="*/ 544282 h 694032"/>
                <a:gd name="connsiteX6-3201" fmla="*/ 1895198 w 2363999"/>
                <a:gd name="connsiteY6-3202" fmla="*/ 539495 h 694032"/>
                <a:gd name="connsiteX7-3203" fmla="*/ 1896952 w 2363999"/>
                <a:gd name="connsiteY7-3204" fmla="*/ 538436 h 694032"/>
                <a:gd name="connsiteX8-3205" fmla="*/ 1925868 w 2363999"/>
                <a:gd name="connsiteY8-3206" fmla="*/ 520703 h 694032"/>
                <a:gd name="connsiteX9-3207" fmla="*/ 1903687 w 2363999"/>
                <a:gd name="connsiteY9-3208" fmla="*/ 534368 h 694032"/>
                <a:gd name="connsiteX10-3209" fmla="*/ 1925543 w 2363999"/>
                <a:gd name="connsiteY10-3210" fmla="*/ 521167 h 694032"/>
                <a:gd name="connsiteX11-3211" fmla="*/ 1925868 w 2363999"/>
                <a:gd name="connsiteY11-3212" fmla="*/ 520703 h 694032"/>
                <a:gd name="connsiteX12-3213" fmla="*/ 2015163 w 2363999"/>
                <a:gd name="connsiteY12-3214" fmla="*/ 237969 h 694032"/>
                <a:gd name="connsiteX13-3215" fmla="*/ 2008503 w 2363999"/>
                <a:gd name="connsiteY13-3216" fmla="*/ 256760 h 694032"/>
                <a:gd name="connsiteX14-3217" fmla="*/ 2005802 w 2363999"/>
                <a:gd name="connsiteY14-3218" fmla="*/ 266702 h 694032"/>
                <a:gd name="connsiteX15-3219" fmla="*/ 2015163 w 2363999"/>
                <a:gd name="connsiteY15-3220" fmla="*/ 237969 h 694032"/>
                <a:gd name="connsiteX16-3221" fmla="*/ 2135985 w 2363999"/>
                <a:gd name="connsiteY16-3222" fmla="*/ 28244 h 694032"/>
                <a:gd name="connsiteX17-3223" fmla="*/ 2133654 w 2363999"/>
                <a:gd name="connsiteY17-3224" fmla="*/ 29611 h 694032"/>
                <a:gd name="connsiteX18-3225" fmla="*/ 2132127 w 2363999"/>
                <a:gd name="connsiteY18-3226" fmla="*/ 31186 h 694032"/>
                <a:gd name="connsiteX19-3227" fmla="*/ 2135985 w 2363999"/>
                <a:gd name="connsiteY19-3228" fmla="*/ 28244 h 694032"/>
                <a:gd name="connsiteX20-3229" fmla="*/ 2172602 w 2363999"/>
                <a:gd name="connsiteY20-3230" fmla="*/ 7291 h 694032"/>
                <a:gd name="connsiteX21-3231" fmla="*/ 2171251 w 2363999"/>
                <a:gd name="connsiteY21-3232" fmla="*/ 7547 h 694032"/>
                <a:gd name="connsiteX22-3233" fmla="*/ 2168355 w 2363999"/>
                <a:gd name="connsiteY22-3234" fmla="*/ 9246 h 694032"/>
                <a:gd name="connsiteX23-3235" fmla="*/ 2172602 w 2363999"/>
                <a:gd name="connsiteY23-3236" fmla="*/ 7291 h 694032"/>
                <a:gd name="connsiteX24-3237" fmla="*/ 155574 w 2363999"/>
                <a:gd name="connsiteY24-3238" fmla="*/ 417 h 694032"/>
                <a:gd name="connsiteX25-3239" fmla="*/ 2211154 w 2363999"/>
                <a:gd name="connsiteY25-3240" fmla="*/ 0 h 694032"/>
                <a:gd name="connsiteX26-3241" fmla="*/ 2208720 w 2363999"/>
                <a:gd name="connsiteY26-3242" fmla="*/ 460 h 694032"/>
                <a:gd name="connsiteX27-3243" fmla="*/ 2235119 w 2363999"/>
                <a:gd name="connsiteY27-3244" fmla="*/ 2694 h 694032"/>
                <a:gd name="connsiteX28-3245" fmla="*/ 2363999 w 2363999"/>
                <a:gd name="connsiteY28-3246" fmla="*/ 91319 h 694032"/>
                <a:gd name="connsiteX29-3247" fmla="*/ 2343005 w 2363999"/>
                <a:gd name="connsiteY29-3248" fmla="*/ 91319 h 694032"/>
                <a:gd name="connsiteX30-3249" fmla="*/ 1981149 w 2363999"/>
                <a:gd name="connsiteY30-3250" fmla="*/ 464889 h 694032"/>
                <a:gd name="connsiteX31-3251" fmla="*/ 1854676 w 2363999"/>
                <a:gd name="connsiteY31-3252" fmla="*/ 571342 h 694032"/>
                <a:gd name="connsiteX32-3253" fmla="*/ 1259015 w 2363999"/>
                <a:gd name="connsiteY32-3254" fmla="*/ 694032 h 694032"/>
                <a:gd name="connsiteX33-3255" fmla="*/ 463566 w 2363999"/>
                <a:gd name="connsiteY33-3256" fmla="*/ 450197 h 694032"/>
                <a:gd name="connsiteX34-3257" fmla="*/ 20999 w 2363999"/>
                <a:gd name="connsiteY34-3258" fmla="*/ 91319 h 694032"/>
                <a:gd name="connsiteX35-3259" fmla="*/ 0 w 2363999"/>
                <a:gd name="connsiteY35-3260" fmla="*/ 91319 h 694032"/>
                <a:gd name="connsiteX36-3261" fmla="*/ 128675 w 2363999"/>
                <a:gd name="connsiteY36-3262" fmla="*/ 2694 h 694032"/>
                <a:gd name="connsiteX37-3263" fmla="*/ 155574 w 2363999"/>
                <a:gd name="connsiteY37-3264" fmla="*/ 417 h 694032"/>
                <a:gd name="connsiteX0-3265" fmla="*/ 1852725 w 2363999"/>
                <a:gd name="connsiteY0-3266" fmla="*/ 546927 h 694032"/>
                <a:gd name="connsiteX1-3267" fmla="*/ 511282 w 2363999"/>
                <a:gd name="connsiteY1-3268" fmla="*/ 546928 h 694032"/>
                <a:gd name="connsiteX2-3269" fmla="*/ 1852722 w 2363999"/>
                <a:gd name="connsiteY2-3270" fmla="*/ 546928 h 694032"/>
                <a:gd name="connsiteX3-3271" fmla="*/ 1852725 w 2363999"/>
                <a:gd name="connsiteY3-3272" fmla="*/ 546927 h 694032"/>
                <a:gd name="connsiteX4-3273" fmla="*/ 1896952 w 2363999"/>
                <a:gd name="connsiteY4-3274" fmla="*/ 538436 h 694032"/>
                <a:gd name="connsiteX5-3275" fmla="*/ 1867843 w 2363999"/>
                <a:gd name="connsiteY5-3276" fmla="*/ 544282 h 694032"/>
                <a:gd name="connsiteX6-3277" fmla="*/ 1895198 w 2363999"/>
                <a:gd name="connsiteY6-3278" fmla="*/ 539495 h 694032"/>
                <a:gd name="connsiteX7-3279" fmla="*/ 1896952 w 2363999"/>
                <a:gd name="connsiteY7-3280" fmla="*/ 538436 h 694032"/>
                <a:gd name="connsiteX8-3281" fmla="*/ 1925868 w 2363999"/>
                <a:gd name="connsiteY8-3282" fmla="*/ 520703 h 694032"/>
                <a:gd name="connsiteX9-3283" fmla="*/ 1903687 w 2363999"/>
                <a:gd name="connsiteY9-3284" fmla="*/ 534368 h 694032"/>
                <a:gd name="connsiteX10-3285" fmla="*/ 1925543 w 2363999"/>
                <a:gd name="connsiteY10-3286" fmla="*/ 521167 h 694032"/>
                <a:gd name="connsiteX11-3287" fmla="*/ 1925868 w 2363999"/>
                <a:gd name="connsiteY11-3288" fmla="*/ 520703 h 694032"/>
                <a:gd name="connsiteX12-3289" fmla="*/ 2015163 w 2363999"/>
                <a:gd name="connsiteY12-3290" fmla="*/ 237969 h 694032"/>
                <a:gd name="connsiteX13-3291" fmla="*/ 2008503 w 2363999"/>
                <a:gd name="connsiteY13-3292" fmla="*/ 256760 h 694032"/>
                <a:gd name="connsiteX14-3293" fmla="*/ 2005802 w 2363999"/>
                <a:gd name="connsiteY14-3294" fmla="*/ 266702 h 694032"/>
                <a:gd name="connsiteX15-3295" fmla="*/ 2015163 w 2363999"/>
                <a:gd name="connsiteY15-3296" fmla="*/ 237969 h 694032"/>
                <a:gd name="connsiteX16-3297" fmla="*/ 2135985 w 2363999"/>
                <a:gd name="connsiteY16-3298" fmla="*/ 28244 h 694032"/>
                <a:gd name="connsiteX17-3299" fmla="*/ 2133654 w 2363999"/>
                <a:gd name="connsiteY17-3300" fmla="*/ 29611 h 694032"/>
                <a:gd name="connsiteX18-3301" fmla="*/ 2132127 w 2363999"/>
                <a:gd name="connsiteY18-3302" fmla="*/ 31186 h 694032"/>
                <a:gd name="connsiteX19-3303" fmla="*/ 2135985 w 2363999"/>
                <a:gd name="connsiteY19-3304" fmla="*/ 28244 h 694032"/>
                <a:gd name="connsiteX20-3305" fmla="*/ 2172602 w 2363999"/>
                <a:gd name="connsiteY20-3306" fmla="*/ 7291 h 694032"/>
                <a:gd name="connsiteX21-3307" fmla="*/ 2171251 w 2363999"/>
                <a:gd name="connsiteY21-3308" fmla="*/ 7547 h 694032"/>
                <a:gd name="connsiteX22-3309" fmla="*/ 2168355 w 2363999"/>
                <a:gd name="connsiteY22-3310" fmla="*/ 9246 h 694032"/>
                <a:gd name="connsiteX23-3311" fmla="*/ 2172602 w 2363999"/>
                <a:gd name="connsiteY23-3312" fmla="*/ 7291 h 694032"/>
                <a:gd name="connsiteX24-3313" fmla="*/ 155574 w 2363999"/>
                <a:gd name="connsiteY24-3314" fmla="*/ 417 h 694032"/>
                <a:gd name="connsiteX25-3315" fmla="*/ 2211154 w 2363999"/>
                <a:gd name="connsiteY25-3316" fmla="*/ 0 h 694032"/>
                <a:gd name="connsiteX26-3317" fmla="*/ 2208720 w 2363999"/>
                <a:gd name="connsiteY26-3318" fmla="*/ 460 h 694032"/>
                <a:gd name="connsiteX27-3319" fmla="*/ 2235119 w 2363999"/>
                <a:gd name="connsiteY27-3320" fmla="*/ 2694 h 694032"/>
                <a:gd name="connsiteX28-3321" fmla="*/ 2363999 w 2363999"/>
                <a:gd name="connsiteY28-3322" fmla="*/ 91319 h 694032"/>
                <a:gd name="connsiteX29-3323" fmla="*/ 2343005 w 2363999"/>
                <a:gd name="connsiteY29-3324" fmla="*/ 91319 h 694032"/>
                <a:gd name="connsiteX30-3325" fmla="*/ 1981149 w 2363999"/>
                <a:gd name="connsiteY30-3326" fmla="*/ 464889 h 694032"/>
                <a:gd name="connsiteX31-3327" fmla="*/ 1854676 w 2363999"/>
                <a:gd name="connsiteY31-3328" fmla="*/ 571342 h 694032"/>
                <a:gd name="connsiteX32-3329" fmla="*/ 1259015 w 2363999"/>
                <a:gd name="connsiteY32-3330" fmla="*/ 694032 h 694032"/>
                <a:gd name="connsiteX33-3331" fmla="*/ 463566 w 2363999"/>
                <a:gd name="connsiteY33-3332" fmla="*/ 450197 h 694032"/>
                <a:gd name="connsiteX34-3333" fmla="*/ 20999 w 2363999"/>
                <a:gd name="connsiteY34-3334" fmla="*/ 91319 h 694032"/>
                <a:gd name="connsiteX35-3335" fmla="*/ 0 w 2363999"/>
                <a:gd name="connsiteY35-3336" fmla="*/ 91319 h 694032"/>
                <a:gd name="connsiteX36-3337" fmla="*/ 128675 w 2363999"/>
                <a:gd name="connsiteY36-3338" fmla="*/ 2694 h 694032"/>
                <a:gd name="connsiteX37-3339" fmla="*/ 155574 w 2363999"/>
                <a:gd name="connsiteY37-3340" fmla="*/ 417 h 694032"/>
                <a:gd name="connsiteX0-3341" fmla="*/ 1852725 w 2363999"/>
                <a:gd name="connsiteY0-3342" fmla="*/ 546927 h 694032"/>
                <a:gd name="connsiteX1-3343" fmla="*/ 511282 w 2363999"/>
                <a:gd name="connsiteY1-3344" fmla="*/ 546928 h 694032"/>
                <a:gd name="connsiteX2-3345" fmla="*/ 1852722 w 2363999"/>
                <a:gd name="connsiteY2-3346" fmla="*/ 546928 h 694032"/>
                <a:gd name="connsiteX3-3347" fmla="*/ 1852725 w 2363999"/>
                <a:gd name="connsiteY3-3348" fmla="*/ 546927 h 694032"/>
                <a:gd name="connsiteX4-3349" fmla="*/ 1896952 w 2363999"/>
                <a:gd name="connsiteY4-3350" fmla="*/ 538436 h 694032"/>
                <a:gd name="connsiteX5-3351" fmla="*/ 1867843 w 2363999"/>
                <a:gd name="connsiteY5-3352" fmla="*/ 544282 h 694032"/>
                <a:gd name="connsiteX6-3353" fmla="*/ 1895198 w 2363999"/>
                <a:gd name="connsiteY6-3354" fmla="*/ 539495 h 694032"/>
                <a:gd name="connsiteX7-3355" fmla="*/ 1896952 w 2363999"/>
                <a:gd name="connsiteY7-3356" fmla="*/ 538436 h 694032"/>
                <a:gd name="connsiteX8-3357" fmla="*/ 1925868 w 2363999"/>
                <a:gd name="connsiteY8-3358" fmla="*/ 520703 h 694032"/>
                <a:gd name="connsiteX9-3359" fmla="*/ 1903687 w 2363999"/>
                <a:gd name="connsiteY9-3360" fmla="*/ 534368 h 694032"/>
                <a:gd name="connsiteX10-3361" fmla="*/ 1925543 w 2363999"/>
                <a:gd name="connsiteY10-3362" fmla="*/ 521167 h 694032"/>
                <a:gd name="connsiteX11-3363" fmla="*/ 1925868 w 2363999"/>
                <a:gd name="connsiteY11-3364" fmla="*/ 520703 h 694032"/>
                <a:gd name="connsiteX12-3365" fmla="*/ 2015163 w 2363999"/>
                <a:gd name="connsiteY12-3366" fmla="*/ 237969 h 694032"/>
                <a:gd name="connsiteX13-3367" fmla="*/ 2008503 w 2363999"/>
                <a:gd name="connsiteY13-3368" fmla="*/ 256760 h 694032"/>
                <a:gd name="connsiteX14-3369" fmla="*/ 2005802 w 2363999"/>
                <a:gd name="connsiteY14-3370" fmla="*/ 266702 h 694032"/>
                <a:gd name="connsiteX15-3371" fmla="*/ 2015163 w 2363999"/>
                <a:gd name="connsiteY15-3372" fmla="*/ 237969 h 694032"/>
                <a:gd name="connsiteX16-3373" fmla="*/ 2135985 w 2363999"/>
                <a:gd name="connsiteY16-3374" fmla="*/ 28244 h 694032"/>
                <a:gd name="connsiteX17-3375" fmla="*/ 2133654 w 2363999"/>
                <a:gd name="connsiteY17-3376" fmla="*/ 29611 h 694032"/>
                <a:gd name="connsiteX18-3377" fmla="*/ 2132127 w 2363999"/>
                <a:gd name="connsiteY18-3378" fmla="*/ 31186 h 694032"/>
                <a:gd name="connsiteX19-3379" fmla="*/ 2135985 w 2363999"/>
                <a:gd name="connsiteY19-3380" fmla="*/ 28244 h 694032"/>
                <a:gd name="connsiteX20-3381" fmla="*/ 2172602 w 2363999"/>
                <a:gd name="connsiteY20-3382" fmla="*/ 7291 h 694032"/>
                <a:gd name="connsiteX21-3383" fmla="*/ 2171251 w 2363999"/>
                <a:gd name="connsiteY21-3384" fmla="*/ 7547 h 694032"/>
                <a:gd name="connsiteX22-3385" fmla="*/ 2168355 w 2363999"/>
                <a:gd name="connsiteY22-3386" fmla="*/ 9246 h 694032"/>
                <a:gd name="connsiteX23-3387" fmla="*/ 2172602 w 2363999"/>
                <a:gd name="connsiteY23-3388" fmla="*/ 7291 h 694032"/>
                <a:gd name="connsiteX24-3389" fmla="*/ 155574 w 2363999"/>
                <a:gd name="connsiteY24-3390" fmla="*/ 417 h 694032"/>
                <a:gd name="connsiteX25-3391" fmla="*/ 2211154 w 2363999"/>
                <a:gd name="connsiteY25-3392" fmla="*/ 0 h 694032"/>
                <a:gd name="connsiteX26-3393" fmla="*/ 2208720 w 2363999"/>
                <a:gd name="connsiteY26-3394" fmla="*/ 460 h 694032"/>
                <a:gd name="connsiteX27-3395" fmla="*/ 2235119 w 2363999"/>
                <a:gd name="connsiteY27-3396" fmla="*/ 2694 h 694032"/>
                <a:gd name="connsiteX28-3397" fmla="*/ 2363999 w 2363999"/>
                <a:gd name="connsiteY28-3398" fmla="*/ 91319 h 694032"/>
                <a:gd name="connsiteX29-3399" fmla="*/ 2343005 w 2363999"/>
                <a:gd name="connsiteY29-3400" fmla="*/ 91319 h 694032"/>
                <a:gd name="connsiteX30-3401" fmla="*/ 1981149 w 2363999"/>
                <a:gd name="connsiteY30-3402" fmla="*/ 464889 h 694032"/>
                <a:gd name="connsiteX31-3403" fmla="*/ 1854676 w 2363999"/>
                <a:gd name="connsiteY31-3404" fmla="*/ 571342 h 694032"/>
                <a:gd name="connsiteX32-3405" fmla="*/ 1259015 w 2363999"/>
                <a:gd name="connsiteY32-3406" fmla="*/ 694032 h 694032"/>
                <a:gd name="connsiteX33-3407" fmla="*/ 463566 w 2363999"/>
                <a:gd name="connsiteY33-3408" fmla="*/ 450197 h 694032"/>
                <a:gd name="connsiteX34-3409" fmla="*/ 20999 w 2363999"/>
                <a:gd name="connsiteY34-3410" fmla="*/ 91319 h 694032"/>
                <a:gd name="connsiteX35-3411" fmla="*/ 0 w 2363999"/>
                <a:gd name="connsiteY35-3412" fmla="*/ 91319 h 694032"/>
                <a:gd name="connsiteX36-3413" fmla="*/ 128675 w 2363999"/>
                <a:gd name="connsiteY36-3414" fmla="*/ 2694 h 694032"/>
                <a:gd name="connsiteX37-3415" fmla="*/ 155574 w 2363999"/>
                <a:gd name="connsiteY37-3416" fmla="*/ 417 h 694032"/>
                <a:gd name="connsiteX0-3417" fmla="*/ 1852725 w 2363999"/>
                <a:gd name="connsiteY0-3418" fmla="*/ 546927 h 694032"/>
                <a:gd name="connsiteX1-3419" fmla="*/ 511282 w 2363999"/>
                <a:gd name="connsiteY1-3420" fmla="*/ 546928 h 694032"/>
                <a:gd name="connsiteX2-3421" fmla="*/ 1852722 w 2363999"/>
                <a:gd name="connsiteY2-3422" fmla="*/ 546928 h 694032"/>
                <a:gd name="connsiteX3-3423" fmla="*/ 1852725 w 2363999"/>
                <a:gd name="connsiteY3-3424" fmla="*/ 546927 h 694032"/>
                <a:gd name="connsiteX4-3425" fmla="*/ 1896952 w 2363999"/>
                <a:gd name="connsiteY4-3426" fmla="*/ 538436 h 694032"/>
                <a:gd name="connsiteX5-3427" fmla="*/ 1867843 w 2363999"/>
                <a:gd name="connsiteY5-3428" fmla="*/ 544282 h 694032"/>
                <a:gd name="connsiteX6-3429" fmla="*/ 1895198 w 2363999"/>
                <a:gd name="connsiteY6-3430" fmla="*/ 539495 h 694032"/>
                <a:gd name="connsiteX7-3431" fmla="*/ 1896952 w 2363999"/>
                <a:gd name="connsiteY7-3432" fmla="*/ 538436 h 694032"/>
                <a:gd name="connsiteX8-3433" fmla="*/ 1925868 w 2363999"/>
                <a:gd name="connsiteY8-3434" fmla="*/ 520703 h 694032"/>
                <a:gd name="connsiteX9-3435" fmla="*/ 1903687 w 2363999"/>
                <a:gd name="connsiteY9-3436" fmla="*/ 534368 h 694032"/>
                <a:gd name="connsiteX10-3437" fmla="*/ 1925543 w 2363999"/>
                <a:gd name="connsiteY10-3438" fmla="*/ 521167 h 694032"/>
                <a:gd name="connsiteX11-3439" fmla="*/ 1925868 w 2363999"/>
                <a:gd name="connsiteY11-3440" fmla="*/ 520703 h 694032"/>
                <a:gd name="connsiteX12-3441" fmla="*/ 2015163 w 2363999"/>
                <a:gd name="connsiteY12-3442" fmla="*/ 237969 h 694032"/>
                <a:gd name="connsiteX13-3443" fmla="*/ 2008503 w 2363999"/>
                <a:gd name="connsiteY13-3444" fmla="*/ 256760 h 694032"/>
                <a:gd name="connsiteX14-3445" fmla="*/ 2005802 w 2363999"/>
                <a:gd name="connsiteY14-3446" fmla="*/ 266702 h 694032"/>
                <a:gd name="connsiteX15-3447" fmla="*/ 2015163 w 2363999"/>
                <a:gd name="connsiteY15-3448" fmla="*/ 237969 h 694032"/>
                <a:gd name="connsiteX16-3449" fmla="*/ 2135985 w 2363999"/>
                <a:gd name="connsiteY16-3450" fmla="*/ 28244 h 694032"/>
                <a:gd name="connsiteX17-3451" fmla="*/ 2133654 w 2363999"/>
                <a:gd name="connsiteY17-3452" fmla="*/ 29611 h 694032"/>
                <a:gd name="connsiteX18-3453" fmla="*/ 2132127 w 2363999"/>
                <a:gd name="connsiteY18-3454" fmla="*/ 31186 h 694032"/>
                <a:gd name="connsiteX19-3455" fmla="*/ 2135985 w 2363999"/>
                <a:gd name="connsiteY19-3456" fmla="*/ 28244 h 694032"/>
                <a:gd name="connsiteX20-3457" fmla="*/ 2172602 w 2363999"/>
                <a:gd name="connsiteY20-3458" fmla="*/ 7291 h 694032"/>
                <a:gd name="connsiteX21-3459" fmla="*/ 2171251 w 2363999"/>
                <a:gd name="connsiteY21-3460" fmla="*/ 7547 h 694032"/>
                <a:gd name="connsiteX22-3461" fmla="*/ 2168355 w 2363999"/>
                <a:gd name="connsiteY22-3462" fmla="*/ 9246 h 694032"/>
                <a:gd name="connsiteX23-3463" fmla="*/ 2172602 w 2363999"/>
                <a:gd name="connsiteY23-3464" fmla="*/ 7291 h 694032"/>
                <a:gd name="connsiteX24-3465" fmla="*/ 155574 w 2363999"/>
                <a:gd name="connsiteY24-3466" fmla="*/ 417 h 694032"/>
                <a:gd name="connsiteX25-3467" fmla="*/ 2211154 w 2363999"/>
                <a:gd name="connsiteY25-3468" fmla="*/ 0 h 694032"/>
                <a:gd name="connsiteX26-3469" fmla="*/ 2208720 w 2363999"/>
                <a:gd name="connsiteY26-3470" fmla="*/ 460 h 694032"/>
                <a:gd name="connsiteX27-3471" fmla="*/ 2235119 w 2363999"/>
                <a:gd name="connsiteY27-3472" fmla="*/ 2694 h 694032"/>
                <a:gd name="connsiteX28-3473" fmla="*/ 2363999 w 2363999"/>
                <a:gd name="connsiteY28-3474" fmla="*/ 91319 h 694032"/>
                <a:gd name="connsiteX29-3475" fmla="*/ 2343005 w 2363999"/>
                <a:gd name="connsiteY29-3476" fmla="*/ 91319 h 694032"/>
                <a:gd name="connsiteX30-3477" fmla="*/ 1981149 w 2363999"/>
                <a:gd name="connsiteY30-3478" fmla="*/ 464889 h 694032"/>
                <a:gd name="connsiteX31-3479" fmla="*/ 1854676 w 2363999"/>
                <a:gd name="connsiteY31-3480" fmla="*/ 571342 h 694032"/>
                <a:gd name="connsiteX32-3481" fmla="*/ 1259015 w 2363999"/>
                <a:gd name="connsiteY32-3482" fmla="*/ 694032 h 694032"/>
                <a:gd name="connsiteX33-3483" fmla="*/ 463566 w 2363999"/>
                <a:gd name="connsiteY33-3484" fmla="*/ 450197 h 694032"/>
                <a:gd name="connsiteX34-3485" fmla="*/ 137044 w 2363999"/>
                <a:gd name="connsiteY34-3486" fmla="*/ 78660 h 694032"/>
                <a:gd name="connsiteX35-3487" fmla="*/ 20999 w 2363999"/>
                <a:gd name="connsiteY35-3488" fmla="*/ 91319 h 694032"/>
                <a:gd name="connsiteX36-3489" fmla="*/ 0 w 2363999"/>
                <a:gd name="connsiteY36-3490" fmla="*/ 91319 h 694032"/>
                <a:gd name="connsiteX37-3491" fmla="*/ 128675 w 2363999"/>
                <a:gd name="connsiteY37-3492" fmla="*/ 2694 h 694032"/>
                <a:gd name="connsiteX38-3493" fmla="*/ 155574 w 2363999"/>
                <a:gd name="connsiteY38-3494" fmla="*/ 417 h 694032"/>
                <a:gd name="connsiteX0-3495" fmla="*/ 1852725 w 2363999"/>
                <a:gd name="connsiteY0-3496" fmla="*/ 546927 h 694032"/>
                <a:gd name="connsiteX1-3497" fmla="*/ 511282 w 2363999"/>
                <a:gd name="connsiteY1-3498" fmla="*/ 546928 h 694032"/>
                <a:gd name="connsiteX2-3499" fmla="*/ 1852722 w 2363999"/>
                <a:gd name="connsiteY2-3500" fmla="*/ 546928 h 694032"/>
                <a:gd name="connsiteX3-3501" fmla="*/ 1852725 w 2363999"/>
                <a:gd name="connsiteY3-3502" fmla="*/ 546927 h 694032"/>
                <a:gd name="connsiteX4-3503" fmla="*/ 1896952 w 2363999"/>
                <a:gd name="connsiteY4-3504" fmla="*/ 538436 h 694032"/>
                <a:gd name="connsiteX5-3505" fmla="*/ 1867843 w 2363999"/>
                <a:gd name="connsiteY5-3506" fmla="*/ 544282 h 694032"/>
                <a:gd name="connsiteX6-3507" fmla="*/ 1895198 w 2363999"/>
                <a:gd name="connsiteY6-3508" fmla="*/ 539495 h 694032"/>
                <a:gd name="connsiteX7-3509" fmla="*/ 1896952 w 2363999"/>
                <a:gd name="connsiteY7-3510" fmla="*/ 538436 h 694032"/>
                <a:gd name="connsiteX8-3511" fmla="*/ 1925868 w 2363999"/>
                <a:gd name="connsiteY8-3512" fmla="*/ 520703 h 694032"/>
                <a:gd name="connsiteX9-3513" fmla="*/ 1903687 w 2363999"/>
                <a:gd name="connsiteY9-3514" fmla="*/ 534368 h 694032"/>
                <a:gd name="connsiteX10-3515" fmla="*/ 1925543 w 2363999"/>
                <a:gd name="connsiteY10-3516" fmla="*/ 521167 h 694032"/>
                <a:gd name="connsiteX11-3517" fmla="*/ 1925868 w 2363999"/>
                <a:gd name="connsiteY11-3518" fmla="*/ 520703 h 694032"/>
                <a:gd name="connsiteX12-3519" fmla="*/ 2015163 w 2363999"/>
                <a:gd name="connsiteY12-3520" fmla="*/ 237969 h 694032"/>
                <a:gd name="connsiteX13-3521" fmla="*/ 2008503 w 2363999"/>
                <a:gd name="connsiteY13-3522" fmla="*/ 256760 h 694032"/>
                <a:gd name="connsiteX14-3523" fmla="*/ 2005802 w 2363999"/>
                <a:gd name="connsiteY14-3524" fmla="*/ 266702 h 694032"/>
                <a:gd name="connsiteX15-3525" fmla="*/ 2015163 w 2363999"/>
                <a:gd name="connsiteY15-3526" fmla="*/ 237969 h 694032"/>
                <a:gd name="connsiteX16-3527" fmla="*/ 2135985 w 2363999"/>
                <a:gd name="connsiteY16-3528" fmla="*/ 28244 h 694032"/>
                <a:gd name="connsiteX17-3529" fmla="*/ 2133654 w 2363999"/>
                <a:gd name="connsiteY17-3530" fmla="*/ 29611 h 694032"/>
                <a:gd name="connsiteX18-3531" fmla="*/ 2132127 w 2363999"/>
                <a:gd name="connsiteY18-3532" fmla="*/ 31186 h 694032"/>
                <a:gd name="connsiteX19-3533" fmla="*/ 2135985 w 2363999"/>
                <a:gd name="connsiteY19-3534" fmla="*/ 28244 h 694032"/>
                <a:gd name="connsiteX20-3535" fmla="*/ 2172602 w 2363999"/>
                <a:gd name="connsiteY20-3536" fmla="*/ 7291 h 694032"/>
                <a:gd name="connsiteX21-3537" fmla="*/ 2171251 w 2363999"/>
                <a:gd name="connsiteY21-3538" fmla="*/ 7547 h 694032"/>
                <a:gd name="connsiteX22-3539" fmla="*/ 2168355 w 2363999"/>
                <a:gd name="connsiteY22-3540" fmla="*/ 9246 h 694032"/>
                <a:gd name="connsiteX23-3541" fmla="*/ 2172602 w 2363999"/>
                <a:gd name="connsiteY23-3542" fmla="*/ 7291 h 694032"/>
                <a:gd name="connsiteX24-3543" fmla="*/ 155574 w 2363999"/>
                <a:gd name="connsiteY24-3544" fmla="*/ 417 h 694032"/>
                <a:gd name="connsiteX25-3545" fmla="*/ 2211154 w 2363999"/>
                <a:gd name="connsiteY25-3546" fmla="*/ 0 h 694032"/>
                <a:gd name="connsiteX26-3547" fmla="*/ 2208720 w 2363999"/>
                <a:gd name="connsiteY26-3548" fmla="*/ 460 h 694032"/>
                <a:gd name="connsiteX27-3549" fmla="*/ 2235119 w 2363999"/>
                <a:gd name="connsiteY27-3550" fmla="*/ 2694 h 694032"/>
                <a:gd name="connsiteX28-3551" fmla="*/ 2363999 w 2363999"/>
                <a:gd name="connsiteY28-3552" fmla="*/ 91319 h 694032"/>
                <a:gd name="connsiteX29-3553" fmla="*/ 2343005 w 2363999"/>
                <a:gd name="connsiteY29-3554" fmla="*/ 91319 h 694032"/>
                <a:gd name="connsiteX30-3555" fmla="*/ 1981149 w 2363999"/>
                <a:gd name="connsiteY30-3556" fmla="*/ 464889 h 694032"/>
                <a:gd name="connsiteX31-3557" fmla="*/ 1854676 w 2363999"/>
                <a:gd name="connsiteY31-3558" fmla="*/ 571342 h 694032"/>
                <a:gd name="connsiteX32-3559" fmla="*/ 1259015 w 2363999"/>
                <a:gd name="connsiteY32-3560" fmla="*/ 694032 h 694032"/>
                <a:gd name="connsiteX33-3561" fmla="*/ 463566 w 2363999"/>
                <a:gd name="connsiteY33-3562" fmla="*/ 450197 h 694032"/>
                <a:gd name="connsiteX34-3563" fmla="*/ 137044 w 2363999"/>
                <a:gd name="connsiteY34-3564" fmla="*/ 78660 h 694032"/>
                <a:gd name="connsiteX35-3565" fmla="*/ 20999 w 2363999"/>
                <a:gd name="connsiteY35-3566" fmla="*/ 91319 h 694032"/>
                <a:gd name="connsiteX36-3567" fmla="*/ 0 w 2363999"/>
                <a:gd name="connsiteY36-3568" fmla="*/ 91319 h 694032"/>
                <a:gd name="connsiteX37-3569" fmla="*/ 128675 w 2363999"/>
                <a:gd name="connsiteY37-3570" fmla="*/ 2694 h 694032"/>
                <a:gd name="connsiteX38-3571" fmla="*/ 155574 w 2363999"/>
                <a:gd name="connsiteY38-3572" fmla="*/ 417 h 694032"/>
                <a:gd name="connsiteX0-3573" fmla="*/ 1852725 w 2363999"/>
                <a:gd name="connsiteY0-3574" fmla="*/ 546927 h 694032"/>
                <a:gd name="connsiteX1-3575" fmla="*/ 511282 w 2363999"/>
                <a:gd name="connsiteY1-3576" fmla="*/ 546928 h 694032"/>
                <a:gd name="connsiteX2-3577" fmla="*/ 1852722 w 2363999"/>
                <a:gd name="connsiteY2-3578" fmla="*/ 546928 h 694032"/>
                <a:gd name="connsiteX3-3579" fmla="*/ 1852725 w 2363999"/>
                <a:gd name="connsiteY3-3580" fmla="*/ 546927 h 694032"/>
                <a:gd name="connsiteX4-3581" fmla="*/ 1896952 w 2363999"/>
                <a:gd name="connsiteY4-3582" fmla="*/ 538436 h 694032"/>
                <a:gd name="connsiteX5-3583" fmla="*/ 1867843 w 2363999"/>
                <a:gd name="connsiteY5-3584" fmla="*/ 544282 h 694032"/>
                <a:gd name="connsiteX6-3585" fmla="*/ 1895198 w 2363999"/>
                <a:gd name="connsiteY6-3586" fmla="*/ 539495 h 694032"/>
                <a:gd name="connsiteX7-3587" fmla="*/ 1896952 w 2363999"/>
                <a:gd name="connsiteY7-3588" fmla="*/ 538436 h 694032"/>
                <a:gd name="connsiteX8-3589" fmla="*/ 1925868 w 2363999"/>
                <a:gd name="connsiteY8-3590" fmla="*/ 520703 h 694032"/>
                <a:gd name="connsiteX9-3591" fmla="*/ 1903687 w 2363999"/>
                <a:gd name="connsiteY9-3592" fmla="*/ 534368 h 694032"/>
                <a:gd name="connsiteX10-3593" fmla="*/ 1925543 w 2363999"/>
                <a:gd name="connsiteY10-3594" fmla="*/ 521167 h 694032"/>
                <a:gd name="connsiteX11-3595" fmla="*/ 1925868 w 2363999"/>
                <a:gd name="connsiteY11-3596" fmla="*/ 520703 h 694032"/>
                <a:gd name="connsiteX12-3597" fmla="*/ 2015163 w 2363999"/>
                <a:gd name="connsiteY12-3598" fmla="*/ 237969 h 694032"/>
                <a:gd name="connsiteX13-3599" fmla="*/ 2008503 w 2363999"/>
                <a:gd name="connsiteY13-3600" fmla="*/ 256760 h 694032"/>
                <a:gd name="connsiteX14-3601" fmla="*/ 2005802 w 2363999"/>
                <a:gd name="connsiteY14-3602" fmla="*/ 266702 h 694032"/>
                <a:gd name="connsiteX15-3603" fmla="*/ 2015163 w 2363999"/>
                <a:gd name="connsiteY15-3604" fmla="*/ 237969 h 694032"/>
                <a:gd name="connsiteX16-3605" fmla="*/ 2135985 w 2363999"/>
                <a:gd name="connsiteY16-3606" fmla="*/ 28244 h 694032"/>
                <a:gd name="connsiteX17-3607" fmla="*/ 2133654 w 2363999"/>
                <a:gd name="connsiteY17-3608" fmla="*/ 29611 h 694032"/>
                <a:gd name="connsiteX18-3609" fmla="*/ 2132127 w 2363999"/>
                <a:gd name="connsiteY18-3610" fmla="*/ 31186 h 694032"/>
                <a:gd name="connsiteX19-3611" fmla="*/ 2135985 w 2363999"/>
                <a:gd name="connsiteY19-3612" fmla="*/ 28244 h 694032"/>
                <a:gd name="connsiteX20-3613" fmla="*/ 2172602 w 2363999"/>
                <a:gd name="connsiteY20-3614" fmla="*/ 7291 h 694032"/>
                <a:gd name="connsiteX21-3615" fmla="*/ 2171251 w 2363999"/>
                <a:gd name="connsiteY21-3616" fmla="*/ 7547 h 694032"/>
                <a:gd name="connsiteX22-3617" fmla="*/ 2168355 w 2363999"/>
                <a:gd name="connsiteY22-3618" fmla="*/ 9246 h 694032"/>
                <a:gd name="connsiteX23-3619" fmla="*/ 2172602 w 2363999"/>
                <a:gd name="connsiteY23-3620" fmla="*/ 7291 h 694032"/>
                <a:gd name="connsiteX24-3621" fmla="*/ 155574 w 2363999"/>
                <a:gd name="connsiteY24-3622" fmla="*/ 417 h 694032"/>
                <a:gd name="connsiteX25-3623" fmla="*/ 2211154 w 2363999"/>
                <a:gd name="connsiteY25-3624" fmla="*/ 0 h 694032"/>
                <a:gd name="connsiteX26-3625" fmla="*/ 2208720 w 2363999"/>
                <a:gd name="connsiteY26-3626" fmla="*/ 460 h 694032"/>
                <a:gd name="connsiteX27-3627" fmla="*/ 2235119 w 2363999"/>
                <a:gd name="connsiteY27-3628" fmla="*/ 2694 h 694032"/>
                <a:gd name="connsiteX28-3629" fmla="*/ 2363999 w 2363999"/>
                <a:gd name="connsiteY28-3630" fmla="*/ 91319 h 694032"/>
                <a:gd name="connsiteX29-3631" fmla="*/ 2343005 w 2363999"/>
                <a:gd name="connsiteY29-3632" fmla="*/ 91319 h 694032"/>
                <a:gd name="connsiteX30-3633" fmla="*/ 1981149 w 2363999"/>
                <a:gd name="connsiteY30-3634" fmla="*/ 464889 h 694032"/>
                <a:gd name="connsiteX31-3635" fmla="*/ 1854676 w 2363999"/>
                <a:gd name="connsiteY31-3636" fmla="*/ 571342 h 694032"/>
                <a:gd name="connsiteX32-3637" fmla="*/ 1259015 w 2363999"/>
                <a:gd name="connsiteY32-3638" fmla="*/ 694032 h 694032"/>
                <a:gd name="connsiteX33-3639" fmla="*/ 463566 w 2363999"/>
                <a:gd name="connsiteY33-3640" fmla="*/ 450197 h 694032"/>
                <a:gd name="connsiteX34-3641" fmla="*/ 137044 w 2363999"/>
                <a:gd name="connsiteY34-3642" fmla="*/ 78660 h 694032"/>
                <a:gd name="connsiteX35-3643" fmla="*/ 0 w 2363999"/>
                <a:gd name="connsiteY35-3644" fmla="*/ 91319 h 694032"/>
                <a:gd name="connsiteX36-3645" fmla="*/ 128675 w 2363999"/>
                <a:gd name="connsiteY36-3646" fmla="*/ 2694 h 694032"/>
                <a:gd name="connsiteX37-3647" fmla="*/ 155574 w 2363999"/>
                <a:gd name="connsiteY37-3648" fmla="*/ 417 h 694032"/>
                <a:gd name="connsiteX0-3649" fmla="*/ 1852725 w 2363999"/>
                <a:gd name="connsiteY0-3650" fmla="*/ 546927 h 694032"/>
                <a:gd name="connsiteX1-3651" fmla="*/ 511282 w 2363999"/>
                <a:gd name="connsiteY1-3652" fmla="*/ 546928 h 694032"/>
                <a:gd name="connsiteX2-3653" fmla="*/ 1852722 w 2363999"/>
                <a:gd name="connsiteY2-3654" fmla="*/ 546928 h 694032"/>
                <a:gd name="connsiteX3-3655" fmla="*/ 1852725 w 2363999"/>
                <a:gd name="connsiteY3-3656" fmla="*/ 546927 h 694032"/>
                <a:gd name="connsiteX4-3657" fmla="*/ 1896952 w 2363999"/>
                <a:gd name="connsiteY4-3658" fmla="*/ 538436 h 694032"/>
                <a:gd name="connsiteX5-3659" fmla="*/ 1867843 w 2363999"/>
                <a:gd name="connsiteY5-3660" fmla="*/ 544282 h 694032"/>
                <a:gd name="connsiteX6-3661" fmla="*/ 1895198 w 2363999"/>
                <a:gd name="connsiteY6-3662" fmla="*/ 539495 h 694032"/>
                <a:gd name="connsiteX7-3663" fmla="*/ 1896952 w 2363999"/>
                <a:gd name="connsiteY7-3664" fmla="*/ 538436 h 694032"/>
                <a:gd name="connsiteX8-3665" fmla="*/ 1925868 w 2363999"/>
                <a:gd name="connsiteY8-3666" fmla="*/ 520703 h 694032"/>
                <a:gd name="connsiteX9-3667" fmla="*/ 1903687 w 2363999"/>
                <a:gd name="connsiteY9-3668" fmla="*/ 534368 h 694032"/>
                <a:gd name="connsiteX10-3669" fmla="*/ 1925543 w 2363999"/>
                <a:gd name="connsiteY10-3670" fmla="*/ 521167 h 694032"/>
                <a:gd name="connsiteX11-3671" fmla="*/ 1925868 w 2363999"/>
                <a:gd name="connsiteY11-3672" fmla="*/ 520703 h 694032"/>
                <a:gd name="connsiteX12-3673" fmla="*/ 2015163 w 2363999"/>
                <a:gd name="connsiteY12-3674" fmla="*/ 237969 h 694032"/>
                <a:gd name="connsiteX13-3675" fmla="*/ 2008503 w 2363999"/>
                <a:gd name="connsiteY13-3676" fmla="*/ 256760 h 694032"/>
                <a:gd name="connsiteX14-3677" fmla="*/ 2005802 w 2363999"/>
                <a:gd name="connsiteY14-3678" fmla="*/ 266702 h 694032"/>
                <a:gd name="connsiteX15-3679" fmla="*/ 2015163 w 2363999"/>
                <a:gd name="connsiteY15-3680" fmla="*/ 237969 h 694032"/>
                <a:gd name="connsiteX16-3681" fmla="*/ 2135985 w 2363999"/>
                <a:gd name="connsiteY16-3682" fmla="*/ 28244 h 694032"/>
                <a:gd name="connsiteX17-3683" fmla="*/ 2133654 w 2363999"/>
                <a:gd name="connsiteY17-3684" fmla="*/ 29611 h 694032"/>
                <a:gd name="connsiteX18-3685" fmla="*/ 2132127 w 2363999"/>
                <a:gd name="connsiteY18-3686" fmla="*/ 31186 h 694032"/>
                <a:gd name="connsiteX19-3687" fmla="*/ 2135985 w 2363999"/>
                <a:gd name="connsiteY19-3688" fmla="*/ 28244 h 694032"/>
                <a:gd name="connsiteX20-3689" fmla="*/ 2172602 w 2363999"/>
                <a:gd name="connsiteY20-3690" fmla="*/ 7291 h 694032"/>
                <a:gd name="connsiteX21-3691" fmla="*/ 2171251 w 2363999"/>
                <a:gd name="connsiteY21-3692" fmla="*/ 7547 h 694032"/>
                <a:gd name="connsiteX22-3693" fmla="*/ 2168355 w 2363999"/>
                <a:gd name="connsiteY22-3694" fmla="*/ 9246 h 694032"/>
                <a:gd name="connsiteX23-3695" fmla="*/ 2172602 w 2363999"/>
                <a:gd name="connsiteY23-3696" fmla="*/ 7291 h 694032"/>
                <a:gd name="connsiteX24-3697" fmla="*/ 155574 w 2363999"/>
                <a:gd name="connsiteY24-3698" fmla="*/ 417 h 694032"/>
                <a:gd name="connsiteX25-3699" fmla="*/ 2211154 w 2363999"/>
                <a:gd name="connsiteY25-3700" fmla="*/ 0 h 694032"/>
                <a:gd name="connsiteX26-3701" fmla="*/ 2208720 w 2363999"/>
                <a:gd name="connsiteY26-3702" fmla="*/ 460 h 694032"/>
                <a:gd name="connsiteX27-3703" fmla="*/ 2235119 w 2363999"/>
                <a:gd name="connsiteY27-3704" fmla="*/ 2694 h 694032"/>
                <a:gd name="connsiteX28-3705" fmla="*/ 2363999 w 2363999"/>
                <a:gd name="connsiteY28-3706" fmla="*/ 91319 h 694032"/>
                <a:gd name="connsiteX29-3707" fmla="*/ 2343005 w 2363999"/>
                <a:gd name="connsiteY29-3708" fmla="*/ 91319 h 694032"/>
                <a:gd name="connsiteX30-3709" fmla="*/ 1981149 w 2363999"/>
                <a:gd name="connsiteY30-3710" fmla="*/ 464889 h 694032"/>
                <a:gd name="connsiteX31-3711" fmla="*/ 1854676 w 2363999"/>
                <a:gd name="connsiteY31-3712" fmla="*/ 571342 h 694032"/>
                <a:gd name="connsiteX32-3713" fmla="*/ 1259015 w 2363999"/>
                <a:gd name="connsiteY32-3714" fmla="*/ 694032 h 694032"/>
                <a:gd name="connsiteX33-3715" fmla="*/ 463566 w 2363999"/>
                <a:gd name="connsiteY33-3716" fmla="*/ 450197 h 694032"/>
                <a:gd name="connsiteX34-3717" fmla="*/ 137044 w 2363999"/>
                <a:gd name="connsiteY34-3718" fmla="*/ 78660 h 694032"/>
                <a:gd name="connsiteX35-3719" fmla="*/ 0 w 2363999"/>
                <a:gd name="connsiteY35-3720" fmla="*/ 91319 h 694032"/>
                <a:gd name="connsiteX36-3721" fmla="*/ 128675 w 2363999"/>
                <a:gd name="connsiteY36-3722" fmla="*/ 2694 h 694032"/>
                <a:gd name="connsiteX37-3723" fmla="*/ 155574 w 2363999"/>
                <a:gd name="connsiteY37-3724" fmla="*/ 417 h 694032"/>
                <a:gd name="connsiteX0-3725" fmla="*/ 1857539 w 2368813"/>
                <a:gd name="connsiteY0-3726" fmla="*/ 546927 h 694032"/>
                <a:gd name="connsiteX1-3727" fmla="*/ 516096 w 2368813"/>
                <a:gd name="connsiteY1-3728" fmla="*/ 546928 h 694032"/>
                <a:gd name="connsiteX2-3729" fmla="*/ 1857536 w 2368813"/>
                <a:gd name="connsiteY2-3730" fmla="*/ 546928 h 694032"/>
                <a:gd name="connsiteX3-3731" fmla="*/ 1857539 w 2368813"/>
                <a:gd name="connsiteY3-3732" fmla="*/ 546927 h 694032"/>
                <a:gd name="connsiteX4-3733" fmla="*/ 1901766 w 2368813"/>
                <a:gd name="connsiteY4-3734" fmla="*/ 538436 h 694032"/>
                <a:gd name="connsiteX5-3735" fmla="*/ 1872657 w 2368813"/>
                <a:gd name="connsiteY5-3736" fmla="*/ 544282 h 694032"/>
                <a:gd name="connsiteX6-3737" fmla="*/ 1900012 w 2368813"/>
                <a:gd name="connsiteY6-3738" fmla="*/ 539495 h 694032"/>
                <a:gd name="connsiteX7-3739" fmla="*/ 1901766 w 2368813"/>
                <a:gd name="connsiteY7-3740" fmla="*/ 538436 h 694032"/>
                <a:gd name="connsiteX8-3741" fmla="*/ 1930682 w 2368813"/>
                <a:gd name="connsiteY8-3742" fmla="*/ 520703 h 694032"/>
                <a:gd name="connsiteX9-3743" fmla="*/ 1908501 w 2368813"/>
                <a:gd name="connsiteY9-3744" fmla="*/ 534368 h 694032"/>
                <a:gd name="connsiteX10-3745" fmla="*/ 1930357 w 2368813"/>
                <a:gd name="connsiteY10-3746" fmla="*/ 521167 h 694032"/>
                <a:gd name="connsiteX11-3747" fmla="*/ 1930682 w 2368813"/>
                <a:gd name="connsiteY11-3748" fmla="*/ 520703 h 694032"/>
                <a:gd name="connsiteX12-3749" fmla="*/ 2019977 w 2368813"/>
                <a:gd name="connsiteY12-3750" fmla="*/ 237969 h 694032"/>
                <a:gd name="connsiteX13-3751" fmla="*/ 2013317 w 2368813"/>
                <a:gd name="connsiteY13-3752" fmla="*/ 256760 h 694032"/>
                <a:gd name="connsiteX14-3753" fmla="*/ 2010616 w 2368813"/>
                <a:gd name="connsiteY14-3754" fmla="*/ 266702 h 694032"/>
                <a:gd name="connsiteX15-3755" fmla="*/ 2019977 w 2368813"/>
                <a:gd name="connsiteY15-3756" fmla="*/ 237969 h 694032"/>
                <a:gd name="connsiteX16-3757" fmla="*/ 2140799 w 2368813"/>
                <a:gd name="connsiteY16-3758" fmla="*/ 28244 h 694032"/>
                <a:gd name="connsiteX17-3759" fmla="*/ 2138468 w 2368813"/>
                <a:gd name="connsiteY17-3760" fmla="*/ 29611 h 694032"/>
                <a:gd name="connsiteX18-3761" fmla="*/ 2136941 w 2368813"/>
                <a:gd name="connsiteY18-3762" fmla="*/ 31186 h 694032"/>
                <a:gd name="connsiteX19-3763" fmla="*/ 2140799 w 2368813"/>
                <a:gd name="connsiteY19-3764" fmla="*/ 28244 h 694032"/>
                <a:gd name="connsiteX20-3765" fmla="*/ 2177416 w 2368813"/>
                <a:gd name="connsiteY20-3766" fmla="*/ 7291 h 694032"/>
                <a:gd name="connsiteX21-3767" fmla="*/ 2176065 w 2368813"/>
                <a:gd name="connsiteY21-3768" fmla="*/ 7547 h 694032"/>
                <a:gd name="connsiteX22-3769" fmla="*/ 2173169 w 2368813"/>
                <a:gd name="connsiteY22-3770" fmla="*/ 9246 h 694032"/>
                <a:gd name="connsiteX23-3771" fmla="*/ 2177416 w 2368813"/>
                <a:gd name="connsiteY23-3772" fmla="*/ 7291 h 694032"/>
                <a:gd name="connsiteX24-3773" fmla="*/ 160388 w 2368813"/>
                <a:gd name="connsiteY24-3774" fmla="*/ 417 h 694032"/>
                <a:gd name="connsiteX25-3775" fmla="*/ 2215968 w 2368813"/>
                <a:gd name="connsiteY25-3776" fmla="*/ 0 h 694032"/>
                <a:gd name="connsiteX26-3777" fmla="*/ 2213534 w 2368813"/>
                <a:gd name="connsiteY26-3778" fmla="*/ 460 h 694032"/>
                <a:gd name="connsiteX27-3779" fmla="*/ 2239933 w 2368813"/>
                <a:gd name="connsiteY27-3780" fmla="*/ 2694 h 694032"/>
                <a:gd name="connsiteX28-3781" fmla="*/ 2368813 w 2368813"/>
                <a:gd name="connsiteY28-3782" fmla="*/ 91319 h 694032"/>
                <a:gd name="connsiteX29-3783" fmla="*/ 2347819 w 2368813"/>
                <a:gd name="connsiteY29-3784" fmla="*/ 91319 h 694032"/>
                <a:gd name="connsiteX30-3785" fmla="*/ 1985963 w 2368813"/>
                <a:gd name="connsiteY30-3786" fmla="*/ 464889 h 694032"/>
                <a:gd name="connsiteX31-3787" fmla="*/ 1859490 w 2368813"/>
                <a:gd name="connsiteY31-3788" fmla="*/ 571342 h 694032"/>
                <a:gd name="connsiteX32-3789" fmla="*/ 1263829 w 2368813"/>
                <a:gd name="connsiteY32-3790" fmla="*/ 694032 h 694032"/>
                <a:gd name="connsiteX33-3791" fmla="*/ 468380 w 2368813"/>
                <a:gd name="connsiteY33-3792" fmla="*/ 450197 h 694032"/>
                <a:gd name="connsiteX34-3793" fmla="*/ 141858 w 2368813"/>
                <a:gd name="connsiteY34-3794" fmla="*/ 78660 h 694032"/>
                <a:gd name="connsiteX35-3795" fmla="*/ 0 w 2368813"/>
                <a:gd name="connsiteY35-3796" fmla="*/ 68073 h 694032"/>
                <a:gd name="connsiteX36-3797" fmla="*/ 133489 w 2368813"/>
                <a:gd name="connsiteY36-3798" fmla="*/ 2694 h 694032"/>
                <a:gd name="connsiteX37-3799" fmla="*/ 160388 w 2368813"/>
                <a:gd name="connsiteY37-3800" fmla="*/ 417 h 694032"/>
                <a:gd name="connsiteX0-3801" fmla="*/ 1857539 w 2368813"/>
                <a:gd name="connsiteY0-3802" fmla="*/ 546927 h 694032"/>
                <a:gd name="connsiteX1-3803" fmla="*/ 516096 w 2368813"/>
                <a:gd name="connsiteY1-3804" fmla="*/ 546928 h 694032"/>
                <a:gd name="connsiteX2-3805" fmla="*/ 1857536 w 2368813"/>
                <a:gd name="connsiteY2-3806" fmla="*/ 546928 h 694032"/>
                <a:gd name="connsiteX3-3807" fmla="*/ 1857539 w 2368813"/>
                <a:gd name="connsiteY3-3808" fmla="*/ 546927 h 694032"/>
                <a:gd name="connsiteX4-3809" fmla="*/ 1901766 w 2368813"/>
                <a:gd name="connsiteY4-3810" fmla="*/ 538436 h 694032"/>
                <a:gd name="connsiteX5-3811" fmla="*/ 1872657 w 2368813"/>
                <a:gd name="connsiteY5-3812" fmla="*/ 544282 h 694032"/>
                <a:gd name="connsiteX6-3813" fmla="*/ 1900012 w 2368813"/>
                <a:gd name="connsiteY6-3814" fmla="*/ 539495 h 694032"/>
                <a:gd name="connsiteX7-3815" fmla="*/ 1901766 w 2368813"/>
                <a:gd name="connsiteY7-3816" fmla="*/ 538436 h 694032"/>
                <a:gd name="connsiteX8-3817" fmla="*/ 1930682 w 2368813"/>
                <a:gd name="connsiteY8-3818" fmla="*/ 520703 h 694032"/>
                <a:gd name="connsiteX9-3819" fmla="*/ 1908501 w 2368813"/>
                <a:gd name="connsiteY9-3820" fmla="*/ 534368 h 694032"/>
                <a:gd name="connsiteX10-3821" fmla="*/ 1930357 w 2368813"/>
                <a:gd name="connsiteY10-3822" fmla="*/ 521167 h 694032"/>
                <a:gd name="connsiteX11-3823" fmla="*/ 1930682 w 2368813"/>
                <a:gd name="connsiteY11-3824" fmla="*/ 520703 h 694032"/>
                <a:gd name="connsiteX12-3825" fmla="*/ 2019977 w 2368813"/>
                <a:gd name="connsiteY12-3826" fmla="*/ 237969 h 694032"/>
                <a:gd name="connsiteX13-3827" fmla="*/ 2013317 w 2368813"/>
                <a:gd name="connsiteY13-3828" fmla="*/ 256760 h 694032"/>
                <a:gd name="connsiteX14-3829" fmla="*/ 2010616 w 2368813"/>
                <a:gd name="connsiteY14-3830" fmla="*/ 266702 h 694032"/>
                <a:gd name="connsiteX15-3831" fmla="*/ 2019977 w 2368813"/>
                <a:gd name="connsiteY15-3832" fmla="*/ 237969 h 694032"/>
                <a:gd name="connsiteX16-3833" fmla="*/ 2140799 w 2368813"/>
                <a:gd name="connsiteY16-3834" fmla="*/ 28244 h 694032"/>
                <a:gd name="connsiteX17-3835" fmla="*/ 2138468 w 2368813"/>
                <a:gd name="connsiteY17-3836" fmla="*/ 29611 h 694032"/>
                <a:gd name="connsiteX18-3837" fmla="*/ 2136941 w 2368813"/>
                <a:gd name="connsiteY18-3838" fmla="*/ 31186 h 694032"/>
                <a:gd name="connsiteX19-3839" fmla="*/ 2140799 w 2368813"/>
                <a:gd name="connsiteY19-3840" fmla="*/ 28244 h 694032"/>
                <a:gd name="connsiteX20-3841" fmla="*/ 2177416 w 2368813"/>
                <a:gd name="connsiteY20-3842" fmla="*/ 7291 h 694032"/>
                <a:gd name="connsiteX21-3843" fmla="*/ 2176065 w 2368813"/>
                <a:gd name="connsiteY21-3844" fmla="*/ 7547 h 694032"/>
                <a:gd name="connsiteX22-3845" fmla="*/ 2173169 w 2368813"/>
                <a:gd name="connsiteY22-3846" fmla="*/ 9246 h 694032"/>
                <a:gd name="connsiteX23-3847" fmla="*/ 2177416 w 2368813"/>
                <a:gd name="connsiteY23-3848" fmla="*/ 7291 h 694032"/>
                <a:gd name="connsiteX24-3849" fmla="*/ 160388 w 2368813"/>
                <a:gd name="connsiteY24-3850" fmla="*/ 417 h 694032"/>
                <a:gd name="connsiteX25-3851" fmla="*/ 2215968 w 2368813"/>
                <a:gd name="connsiteY25-3852" fmla="*/ 0 h 694032"/>
                <a:gd name="connsiteX26-3853" fmla="*/ 2213534 w 2368813"/>
                <a:gd name="connsiteY26-3854" fmla="*/ 460 h 694032"/>
                <a:gd name="connsiteX27-3855" fmla="*/ 2239933 w 2368813"/>
                <a:gd name="connsiteY27-3856" fmla="*/ 2694 h 694032"/>
                <a:gd name="connsiteX28-3857" fmla="*/ 2368813 w 2368813"/>
                <a:gd name="connsiteY28-3858" fmla="*/ 91319 h 694032"/>
                <a:gd name="connsiteX29-3859" fmla="*/ 2347819 w 2368813"/>
                <a:gd name="connsiteY29-3860" fmla="*/ 91319 h 694032"/>
                <a:gd name="connsiteX30-3861" fmla="*/ 1985963 w 2368813"/>
                <a:gd name="connsiteY30-3862" fmla="*/ 464889 h 694032"/>
                <a:gd name="connsiteX31-3863" fmla="*/ 1859490 w 2368813"/>
                <a:gd name="connsiteY31-3864" fmla="*/ 571342 h 694032"/>
                <a:gd name="connsiteX32-3865" fmla="*/ 1263829 w 2368813"/>
                <a:gd name="connsiteY32-3866" fmla="*/ 694032 h 694032"/>
                <a:gd name="connsiteX33-3867" fmla="*/ 468380 w 2368813"/>
                <a:gd name="connsiteY33-3868" fmla="*/ 450197 h 694032"/>
                <a:gd name="connsiteX34-3869" fmla="*/ 141858 w 2368813"/>
                <a:gd name="connsiteY34-3870" fmla="*/ 78660 h 694032"/>
                <a:gd name="connsiteX35-3871" fmla="*/ 0 w 2368813"/>
                <a:gd name="connsiteY35-3872" fmla="*/ 68073 h 694032"/>
                <a:gd name="connsiteX36-3873" fmla="*/ 133489 w 2368813"/>
                <a:gd name="connsiteY36-3874" fmla="*/ 2694 h 694032"/>
                <a:gd name="connsiteX37-3875" fmla="*/ 160388 w 2368813"/>
                <a:gd name="connsiteY37-3876" fmla="*/ 417 h 694032"/>
                <a:gd name="connsiteX0-3877" fmla="*/ 1857539 w 2368813"/>
                <a:gd name="connsiteY0-3878" fmla="*/ 546927 h 694032"/>
                <a:gd name="connsiteX1-3879" fmla="*/ 516096 w 2368813"/>
                <a:gd name="connsiteY1-3880" fmla="*/ 546928 h 694032"/>
                <a:gd name="connsiteX2-3881" fmla="*/ 1857536 w 2368813"/>
                <a:gd name="connsiteY2-3882" fmla="*/ 546928 h 694032"/>
                <a:gd name="connsiteX3-3883" fmla="*/ 1857539 w 2368813"/>
                <a:gd name="connsiteY3-3884" fmla="*/ 546927 h 694032"/>
                <a:gd name="connsiteX4-3885" fmla="*/ 1901766 w 2368813"/>
                <a:gd name="connsiteY4-3886" fmla="*/ 538436 h 694032"/>
                <a:gd name="connsiteX5-3887" fmla="*/ 1872657 w 2368813"/>
                <a:gd name="connsiteY5-3888" fmla="*/ 544282 h 694032"/>
                <a:gd name="connsiteX6-3889" fmla="*/ 1901766 w 2368813"/>
                <a:gd name="connsiteY6-3890" fmla="*/ 538436 h 694032"/>
                <a:gd name="connsiteX7-3891" fmla="*/ 1930682 w 2368813"/>
                <a:gd name="connsiteY7-3892" fmla="*/ 520703 h 694032"/>
                <a:gd name="connsiteX8-3893" fmla="*/ 1908501 w 2368813"/>
                <a:gd name="connsiteY8-3894" fmla="*/ 534368 h 694032"/>
                <a:gd name="connsiteX9-3895" fmla="*/ 1930357 w 2368813"/>
                <a:gd name="connsiteY9-3896" fmla="*/ 521167 h 694032"/>
                <a:gd name="connsiteX10-3897" fmla="*/ 1930682 w 2368813"/>
                <a:gd name="connsiteY10-3898" fmla="*/ 520703 h 694032"/>
                <a:gd name="connsiteX11-3899" fmla="*/ 2019977 w 2368813"/>
                <a:gd name="connsiteY11-3900" fmla="*/ 237969 h 694032"/>
                <a:gd name="connsiteX12-3901" fmla="*/ 2013317 w 2368813"/>
                <a:gd name="connsiteY12-3902" fmla="*/ 256760 h 694032"/>
                <a:gd name="connsiteX13-3903" fmla="*/ 2010616 w 2368813"/>
                <a:gd name="connsiteY13-3904" fmla="*/ 266702 h 694032"/>
                <a:gd name="connsiteX14-3905" fmla="*/ 2019977 w 2368813"/>
                <a:gd name="connsiteY14-3906" fmla="*/ 237969 h 694032"/>
                <a:gd name="connsiteX15-3907" fmla="*/ 2140799 w 2368813"/>
                <a:gd name="connsiteY15-3908" fmla="*/ 28244 h 694032"/>
                <a:gd name="connsiteX16-3909" fmla="*/ 2138468 w 2368813"/>
                <a:gd name="connsiteY16-3910" fmla="*/ 29611 h 694032"/>
                <a:gd name="connsiteX17-3911" fmla="*/ 2136941 w 2368813"/>
                <a:gd name="connsiteY17-3912" fmla="*/ 31186 h 694032"/>
                <a:gd name="connsiteX18-3913" fmla="*/ 2140799 w 2368813"/>
                <a:gd name="connsiteY18-3914" fmla="*/ 28244 h 694032"/>
                <a:gd name="connsiteX19-3915" fmla="*/ 2177416 w 2368813"/>
                <a:gd name="connsiteY19-3916" fmla="*/ 7291 h 694032"/>
                <a:gd name="connsiteX20-3917" fmla="*/ 2176065 w 2368813"/>
                <a:gd name="connsiteY20-3918" fmla="*/ 7547 h 694032"/>
                <a:gd name="connsiteX21-3919" fmla="*/ 2173169 w 2368813"/>
                <a:gd name="connsiteY21-3920" fmla="*/ 9246 h 694032"/>
                <a:gd name="connsiteX22-3921" fmla="*/ 2177416 w 2368813"/>
                <a:gd name="connsiteY22-3922" fmla="*/ 7291 h 694032"/>
                <a:gd name="connsiteX23-3923" fmla="*/ 160388 w 2368813"/>
                <a:gd name="connsiteY23-3924" fmla="*/ 417 h 694032"/>
                <a:gd name="connsiteX24-3925" fmla="*/ 2215968 w 2368813"/>
                <a:gd name="connsiteY24-3926" fmla="*/ 0 h 694032"/>
                <a:gd name="connsiteX25-3927" fmla="*/ 2213534 w 2368813"/>
                <a:gd name="connsiteY25-3928" fmla="*/ 460 h 694032"/>
                <a:gd name="connsiteX26-3929" fmla="*/ 2239933 w 2368813"/>
                <a:gd name="connsiteY26-3930" fmla="*/ 2694 h 694032"/>
                <a:gd name="connsiteX27-3931" fmla="*/ 2368813 w 2368813"/>
                <a:gd name="connsiteY27-3932" fmla="*/ 91319 h 694032"/>
                <a:gd name="connsiteX28-3933" fmla="*/ 2347819 w 2368813"/>
                <a:gd name="connsiteY28-3934" fmla="*/ 91319 h 694032"/>
                <a:gd name="connsiteX29-3935" fmla="*/ 1985963 w 2368813"/>
                <a:gd name="connsiteY29-3936" fmla="*/ 464889 h 694032"/>
                <a:gd name="connsiteX30-3937" fmla="*/ 1859490 w 2368813"/>
                <a:gd name="connsiteY30-3938" fmla="*/ 571342 h 694032"/>
                <a:gd name="connsiteX31-3939" fmla="*/ 1263829 w 2368813"/>
                <a:gd name="connsiteY31-3940" fmla="*/ 694032 h 694032"/>
                <a:gd name="connsiteX32-3941" fmla="*/ 468380 w 2368813"/>
                <a:gd name="connsiteY32-3942" fmla="*/ 450197 h 694032"/>
                <a:gd name="connsiteX33-3943" fmla="*/ 141858 w 2368813"/>
                <a:gd name="connsiteY33-3944" fmla="*/ 78660 h 694032"/>
                <a:gd name="connsiteX34-3945" fmla="*/ 0 w 2368813"/>
                <a:gd name="connsiteY34-3946" fmla="*/ 68073 h 694032"/>
                <a:gd name="connsiteX35-3947" fmla="*/ 133489 w 2368813"/>
                <a:gd name="connsiteY35-3948" fmla="*/ 2694 h 694032"/>
                <a:gd name="connsiteX36-3949" fmla="*/ 160388 w 2368813"/>
                <a:gd name="connsiteY36-3950" fmla="*/ 417 h 694032"/>
                <a:gd name="connsiteX0-3951" fmla="*/ 1857539 w 2368813"/>
                <a:gd name="connsiteY0-3952" fmla="*/ 546927 h 694032"/>
                <a:gd name="connsiteX1-3953" fmla="*/ 516096 w 2368813"/>
                <a:gd name="connsiteY1-3954" fmla="*/ 546928 h 694032"/>
                <a:gd name="connsiteX2-3955" fmla="*/ 1857536 w 2368813"/>
                <a:gd name="connsiteY2-3956" fmla="*/ 546928 h 694032"/>
                <a:gd name="connsiteX3-3957" fmla="*/ 1857539 w 2368813"/>
                <a:gd name="connsiteY3-3958" fmla="*/ 546927 h 694032"/>
                <a:gd name="connsiteX4-3959" fmla="*/ 1930682 w 2368813"/>
                <a:gd name="connsiteY4-3960" fmla="*/ 520703 h 694032"/>
                <a:gd name="connsiteX5-3961" fmla="*/ 1908501 w 2368813"/>
                <a:gd name="connsiteY5-3962" fmla="*/ 534368 h 694032"/>
                <a:gd name="connsiteX6-3963" fmla="*/ 1930357 w 2368813"/>
                <a:gd name="connsiteY6-3964" fmla="*/ 521167 h 694032"/>
                <a:gd name="connsiteX7-3965" fmla="*/ 1930682 w 2368813"/>
                <a:gd name="connsiteY7-3966" fmla="*/ 520703 h 694032"/>
                <a:gd name="connsiteX8-3967" fmla="*/ 2019977 w 2368813"/>
                <a:gd name="connsiteY8-3968" fmla="*/ 237969 h 694032"/>
                <a:gd name="connsiteX9-3969" fmla="*/ 2013317 w 2368813"/>
                <a:gd name="connsiteY9-3970" fmla="*/ 256760 h 694032"/>
                <a:gd name="connsiteX10-3971" fmla="*/ 2010616 w 2368813"/>
                <a:gd name="connsiteY10-3972" fmla="*/ 266702 h 694032"/>
                <a:gd name="connsiteX11-3973" fmla="*/ 2019977 w 2368813"/>
                <a:gd name="connsiteY11-3974" fmla="*/ 237969 h 694032"/>
                <a:gd name="connsiteX12-3975" fmla="*/ 2140799 w 2368813"/>
                <a:gd name="connsiteY12-3976" fmla="*/ 28244 h 694032"/>
                <a:gd name="connsiteX13-3977" fmla="*/ 2138468 w 2368813"/>
                <a:gd name="connsiteY13-3978" fmla="*/ 29611 h 694032"/>
                <a:gd name="connsiteX14-3979" fmla="*/ 2136941 w 2368813"/>
                <a:gd name="connsiteY14-3980" fmla="*/ 31186 h 694032"/>
                <a:gd name="connsiteX15-3981" fmla="*/ 2140799 w 2368813"/>
                <a:gd name="connsiteY15-3982" fmla="*/ 28244 h 694032"/>
                <a:gd name="connsiteX16-3983" fmla="*/ 2177416 w 2368813"/>
                <a:gd name="connsiteY16-3984" fmla="*/ 7291 h 694032"/>
                <a:gd name="connsiteX17-3985" fmla="*/ 2176065 w 2368813"/>
                <a:gd name="connsiteY17-3986" fmla="*/ 7547 h 694032"/>
                <a:gd name="connsiteX18-3987" fmla="*/ 2173169 w 2368813"/>
                <a:gd name="connsiteY18-3988" fmla="*/ 9246 h 694032"/>
                <a:gd name="connsiteX19-3989" fmla="*/ 2177416 w 2368813"/>
                <a:gd name="connsiteY19-3990" fmla="*/ 7291 h 694032"/>
                <a:gd name="connsiteX20-3991" fmla="*/ 160388 w 2368813"/>
                <a:gd name="connsiteY20-3992" fmla="*/ 417 h 694032"/>
                <a:gd name="connsiteX21-3993" fmla="*/ 2215968 w 2368813"/>
                <a:gd name="connsiteY21-3994" fmla="*/ 0 h 694032"/>
                <a:gd name="connsiteX22-3995" fmla="*/ 2213534 w 2368813"/>
                <a:gd name="connsiteY22-3996" fmla="*/ 460 h 694032"/>
                <a:gd name="connsiteX23-3997" fmla="*/ 2239933 w 2368813"/>
                <a:gd name="connsiteY23-3998" fmla="*/ 2694 h 694032"/>
                <a:gd name="connsiteX24-3999" fmla="*/ 2368813 w 2368813"/>
                <a:gd name="connsiteY24-4000" fmla="*/ 91319 h 694032"/>
                <a:gd name="connsiteX25-4001" fmla="*/ 2347819 w 2368813"/>
                <a:gd name="connsiteY25-4002" fmla="*/ 91319 h 694032"/>
                <a:gd name="connsiteX26-4003" fmla="*/ 1985963 w 2368813"/>
                <a:gd name="connsiteY26-4004" fmla="*/ 464889 h 694032"/>
                <a:gd name="connsiteX27-4005" fmla="*/ 1859490 w 2368813"/>
                <a:gd name="connsiteY27-4006" fmla="*/ 571342 h 694032"/>
                <a:gd name="connsiteX28-4007" fmla="*/ 1263829 w 2368813"/>
                <a:gd name="connsiteY28-4008" fmla="*/ 694032 h 694032"/>
                <a:gd name="connsiteX29-4009" fmla="*/ 468380 w 2368813"/>
                <a:gd name="connsiteY29-4010" fmla="*/ 450197 h 694032"/>
                <a:gd name="connsiteX30-4011" fmla="*/ 141858 w 2368813"/>
                <a:gd name="connsiteY30-4012" fmla="*/ 78660 h 694032"/>
                <a:gd name="connsiteX31-4013" fmla="*/ 0 w 2368813"/>
                <a:gd name="connsiteY31-4014" fmla="*/ 68073 h 694032"/>
                <a:gd name="connsiteX32-4015" fmla="*/ 133489 w 2368813"/>
                <a:gd name="connsiteY32-4016" fmla="*/ 2694 h 694032"/>
                <a:gd name="connsiteX33-4017" fmla="*/ 160388 w 2368813"/>
                <a:gd name="connsiteY33-4018" fmla="*/ 417 h 694032"/>
                <a:gd name="connsiteX0-4019" fmla="*/ 1857536 w 2368813"/>
                <a:gd name="connsiteY0-4020" fmla="*/ 546928 h 694032"/>
                <a:gd name="connsiteX1-4021" fmla="*/ 516096 w 2368813"/>
                <a:gd name="connsiteY1-4022" fmla="*/ 546928 h 694032"/>
                <a:gd name="connsiteX2-4023" fmla="*/ 1857536 w 2368813"/>
                <a:gd name="connsiteY2-4024" fmla="*/ 546928 h 694032"/>
                <a:gd name="connsiteX3-4025" fmla="*/ 1930682 w 2368813"/>
                <a:gd name="connsiteY3-4026" fmla="*/ 520703 h 694032"/>
                <a:gd name="connsiteX4-4027" fmla="*/ 1908501 w 2368813"/>
                <a:gd name="connsiteY4-4028" fmla="*/ 534368 h 694032"/>
                <a:gd name="connsiteX5-4029" fmla="*/ 1930357 w 2368813"/>
                <a:gd name="connsiteY5-4030" fmla="*/ 521167 h 694032"/>
                <a:gd name="connsiteX6-4031" fmla="*/ 1930682 w 2368813"/>
                <a:gd name="connsiteY6-4032" fmla="*/ 520703 h 694032"/>
                <a:gd name="connsiteX7-4033" fmla="*/ 2019977 w 2368813"/>
                <a:gd name="connsiteY7-4034" fmla="*/ 237969 h 694032"/>
                <a:gd name="connsiteX8-4035" fmla="*/ 2013317 w 2368813"/>
                <a:gd name="connsiteY8-4036" fmla="*/ 256760 h 694032"/>
                <a:gd name="connsiteX9-4037" fmla="*/ 2010616 w 2368813"/>
                <a:gd name="connsiteY9-4038" fmla="*/ 266702 h 694032"/>
                <a:gd name="connsiteX10-4039" fmla="*/ 2019977 w 2368813"/>
                <a:gd name="connsiteY10-4040" fmla="*/ 237969 h 694032"/>
                <a:gd name="connsiteX11-4041" fmla="*/ 2140799 w 2368813"/>
                <a:gd name="connsiteY11-4042" fmla="*/ 28244 h 694032"/>
                <a:gd name="connsiteX12-4043" fmla="*/ 2138468 w 2368813"/>
                <a:gd name="connsiteY12-4044" fmla="*/ 29611 h 694032"/>
                <a:gd name="connsiteX13-4045" fmla="*/ 2136941 w 2368813"/>
                <a:gd name="connsiteY13-4046" fmla="*/ 31186 h 694032"/>
                <a:gd name="connsiteX14-4047" fmla="*/ 2140799 w 2368813"/>
                <a:gd name="connsiteY14-4048" fmla="*/ 28244 h 694032"/>
                <a:gd name="connsiteX15-4049" fmla="*/ 2177416 w 2368813"/>
                <a:gd name="connsiteY15-4050" fmla="*/ 7291 h 694032"/>
                <a:gd name="connsiteX16-4051" fmla="*/ 2176065 w 2368813"/>
                <a:gd name="connsiteY16-4052" fmla="*/ 7547 h 694032"/>
                <a:gd name="connsiteX17-4053" fmla="*/ 2173169 w 2368813"/>
                <a:gd name="connsiteY17-4054" fmla="*/ 9246 h 694032"/>
                <a:gd name="connsiteX18-4055" fmla="*/ 2177416 w 2368813"/>
                <a:gd name="connsiteY18-4056" fmla="*/ 7291 h 694032"/>
                <a:gd name="connsiteX19-4057" fmla="*/ 160388 w 2368813"/>
                <a:gd name="connsiteY19-4058" fmla="*/ 417 h 694032"/>
                <a:gd name="connsiteX20-4059" fmla="*/ 2215968 w 2368813"/>
                <a:gd name="connsiteY20-4060" fmla="*/ 0 h 694032"/>
                <a:gd name="connsiteX21-4061" fmla="*/ 2213534 w 2368813"/>
                <a:gd name="connsiteY21-4062" fmla="*/ 460 h 694032"/>
                <a:gd name="connsiteX22-4063" fmla="*/ 2239933 w 2368813"/>
                <a:gd name="connsiteY22-4064" fmla="*/ 2694 h 694032"/>
                <a:gd name="connsiteX23-4065" fmla="*/ 2368813 w 2368813"/>
                <a:gd name="connsiteY23-4066" fmla="*/ 91319 h 694032"/>
                <a:gd name="connsiteX24-4067" fmla="*/ 2347819 w 2368813"/>
                <a:gd name="connsiteY24-4068" fmla="*/ 91319 h 694032"/>
                <a:gd name="connsiteX25-4069" fmla="*/ 1985963 w 2368813"/>
                <a:gd name="connsiteY25-4070" fmla="*/ 464889 h 694032"/>
                <a:gd name="connsiteX26-4071" fmla="*/ 1859490 w 2368813"/>
                <a:gd name="connsiteY26-4072" fmla="*/ 571342 h 694032"/>
                <a:gd name="connsiteX27-4073" fmla="*/ 1263829 w 2368813"/>
                <a:gd name="connsiteY27-4074" fmla="*/ 694032 h 694032"/>
                <a:gd name="connsiteX28-4075" fmla="*/ 468380 w 2368813"/>
                <a:gd name="connsiteY28-4076" fmla="*/ 450197 h 694032"/>
                <a:gd name="connsiteX29-4077" fmla="*/ 141858 w 2368813"/>
                <a:gd name="connsiteY29-4078" fmla="*/ 78660 h 694032"/>
                <a:gd name="connsiteX30-4079" fmla="*/ 0 w 2368813"/>
                <a:gd name="connsiteY30-4080" fmla="*/ 68073 h 694032"/>
                <a:gd name="connsiteX31-4081" fmla="*/ 133489 w 2368813"/>
                <a:gd name="connsiteY31-4082" fmla="*/ 2694 h 694032"/>
                <a:gd name="connsiteX32-4083" fmla="*/ 160388 w 2368813"/>
                <a:gd name="connsiteY32-4084" fmla="*/ 417 h 694032"/>
                <a:gd name="connsiteX0-4085" fmla="*/ 1857536 w 2368813"/>
                <a:gd name="connsiteY0-4086" fmla="*/ 546928 h 694032"/>
                <a:gd name="connsiteX1-4087" fmla="*/ 516096 w 2368813"/>
                <a:gd name="connsiteY1-4088" fmla="*/ 546928 h 694032"/>
                <a:gd name="connsiteX2-4089" fmla="*/ 1857536 w 2368813"/>
                <a:gd name="connsiteY2-4090" fmla="*/ 546928 h 694032"/>
                <a:gd name="connsiteX3-4091" fmla="*/ 1930357 w 2368813"/>
                <a:gd name="connsiteY3-4092" fmla="*/ 521167 h 694032"/>
                <a:gd name="connsiteX4-4093" fmla="*/ 1908501 w 2368813"/>
                <a:gd name="connsiteY4-4094" fmla="*/ 534368 h 694032"/>
                <a:gd name="connsiteX5-4095" fmla="*/ 1930357 w 2368813"/>
                <a:gd name="connsiteY5-4096" fmla="*/ 521167 h 694032"/>
                <a:gd name="connsiteX6-4097" fmla="*/ 2019977 w 2368813"/>
                <a:gd name="connsiteY6-4098" fmla="*/ 237969 h 694032"/>
                <a:gd name="connsiteX7-4099" fmla="*/ 2013317 w 2368813"/>
                <a:gd name="connsiteY7-4100" fmla="*/ 256760 h 694032"/>
                <a:gd name="connsiteX8-4101" fmla="*/ 2010616 w 2368813"/>
                <a:gd name="connsiteY8-4102" fmla="*/ 266702 h 694032"/>
                <a:gd name="connsiteX9-4103" fmla="*/ 2019977 w 2368813"/>
                <a:gd name="connsiteY9-4104" fmla="*/ 237969 h 694032"/>
                <a:gd name="connsiteX10-4105" fmla="*/ 2140799 w 2368813"/>
                <a:gd name="connsiteY10-4106" fmla="*/ 28244 h 694032"/>
                <a:gd name="connsiteX11-4107" fmla="*/ 2138468 w 2368813"/>
                <a:gd name="connsiteY11-4108" fmla="*/ 29611 h 694032"/>
                <a:gd name="connsiteX12-4109" fmla="*/ 2136941 w 2368813"/>
                <a:gd name="connsiteY12-4110" fmla="*/ 31186 h 694032"/>
                <a:gd name="connsiteX13-4111" fmla="*/ 2140799 w 2368813"/>
                <a:gd name="connsiteY13-4112" fmla="*/ 28244 h 694032"/>
                <a:gd name="connsiteX14-4113" fmla="*/ 2177416 w 2368813"/>
                <a:gd name="connsiteY14-4114" fmla="*/ 7291 h 694032"/>
                <a:gd name="connsiteX15-4115" fmla="*/ 2176065 w 2368813"/>
                <a:gd name="connsiteY15-4116" fmla="*/ 7547 h 694032"/>
                <a:gd name="connsiteX16-4117" fmla="*/ 2173169 w 2368813"/>
                <a:gd name="connsiteY16-4118" fmla="*/ 9246 h 694032"/>
                <a:gd name="connsiteX17-4119" fmla="*/ 2177416 w 2368813"/>
                <a:gd name="connsiteY17-4120" fmla="*/ 7291 h 694032"/>
                <a:gd name="connsiteX18-4121" fmla="*/ 160388 w 2368813"/>
                <a:gd name="connsiteY18-4122" fmla="*/ 417 h 694032"/>
                <a:gd name="connsiteX19-4123" fmla="*/ 2215968 w 2368813"/>
                <a:gd name="connsiteY19-4124" fmla="*/ 0 h 694032"/>
                <a:gd name="connsiteX20-4125" fmla="*/ 2213534 w 2368813"/>
                <a:gd name="connsiteY20-4126" fmla="*/ 460 h 694032"/>
                <a:gd name="connsiteX21-4127" fmla="*/ 2239933 w 2368813"/>
                <a:gd name="connsiteY21-4128" fmla="*/ 2694 h 694032"/>
                <a:gd name="connsiteX22-4129" fmla="*/ 2368813 w 2368813"/>
                <a:gd name="connsiteY22-4130" fmla="*/ 91319 h 694032"/>
                <a:gd name="connsiteX23-4131" fmla="*/ 2347819 w 2368813"/>
                <a:gd name="connsiteY23-4132" fmla="*/ 91319 h 694032"/>
                <a:gd name="connsiteX24-4133" fmla="*/ 1985963 w 2368813"/>
                <a:gd name="connsiteY24-4134" fmla="*/ 464889 h 694032"/>
                <a:gd name="connsiteX25-4135" fmla="*/ 1859490 w 2368813"/>
                <a:gd name="connsiteY25-4136" fmla="*/ 571342 h 694032"/>
                <a:gd name="connsiteX26-4137" fmla="*/ 1263829 w 2368813"/>
                <a:gd name="connsiteY26-4138" fmla="*/ 694032 h 694032"/>
                <a:gd name="connsiteX27-4139" fmla="*/ 468380 w 2368813"/>
                <a:gd name="connsiteY27-4140" fmla="*/ 450197 h 694032"/>
                <a:gd name="connsiteX28-4141" fmla="*/ 141858 w 2368813"/>
                <a:gd name="connsiteY28-4142" fmla="*/ 78660 h 694032"/>
                <a:gd name="connsiteX29-4143" fmla="*/ 0 w 2368813"/>
                <a:gd name="connsiteY29-4144" fmla="*/ 68073 h 694032"/>
                <a:gd name="connsiteX30-4145" fmla="*/ 133489 w 2368813"/>
                <a:gd name="connsiteY30-4146" fmla="*/ 2694 h 694032"/>
                <a:gd name="connsiteX31-4147" fmla="*/ 160388 w 2368813"/>
                <a:gd name="connsiteY31-4148" fmla="*/ 417 h 694032"/>
                <a:gd name="connsiteX0-4149" fmla="*/ 1857536 w 2368813"/>
                <a:gd name="connsiteY0-4150" fmla="*/ 546928 h 694032"/>
                <a:gd name="connsiteX1-4151" fmla="*/ 516096 w 2368813"/>
                <a:gd name="connsiteY1-4152" fmla="*/ 546928 h 694032"/>
                <a:gd name="connsiteX2-4153" fmla="*/ 1857536 w 2368813"/>
                <a:gd name="connsiteY2-4154" fmla="*/ 546928 h 694032"/>
                <a:gd name="connsiteX3-4155" fmla="*/ 2019977 w 2368813"/>
                <a:gd name="connsiteY3-4156" fmla="*/ 237969 h 694032"/>
                <a:gd name="connsiteX4-4157" fmla="*/ 2013317 w 2368813"/>
                <a:gd name="connsiteY4-4158" fmla="*/ 256760 h 694032"/>
                <a:gd name="connsiteX5-4159" fmla="*/ 2010616 w 2368813"/>
                <a:gd name="connsiteY5-4160" fmla="*/ 266702 h 694032"/>
                <a:gd name="connsiteX6-4161" fmla="*/ 2019977 w 2368813"/>
                <a:gd name="connsiteY6-4162" fmla="*/ 237969 h 694032"/>
                <a:gd name="connsiteX7-4163" fmla="*/ 2140799 w 2368813"/>
                <a:gd name="connsiteY7-4164" fmla="*/ 28244 h 694032"/>
                <a:gd name="connsiteX8-4165" fmla="*/ 2138468 w 2368813"/>
                <a:gd name="connsiteY8-4166" fmla="*/ 29611 h 694032"/>
                <a:gd name="connsiteX9-4167" fmla="*/ 2136941 w 2368813"/>
                <a:gd name="connsiteY9-4168" fmla="*/ 31186 h 694032"/>
                <a:gd name="connsiteX10-4169" fmla="*/ 2140799 w 2368813"/>
                <a:gd name="connsiteY10-4170" fmla="*/ 28244 h 694032"/>
                <a:gd name="connsiteX11-4171" fmla="*/ 2177416 w 2368813"/>
                <a:gd name="connsiteY11-4172" fmla="*/ 7291 h 694032"/>
                <a:gd name="connsiteX12-4173" fmla="*/ 2176065 w 2368813"/>
                <a:gd name="connsiteY12-4174" fmla="*/ 7547 h 694032"/>
                <a:gd name="connsiteX13-4175" fmla="*/ 2173169 w 2368813"/>
                <a:gd name="connsiteY13-4176" fmla="*/ 9246 h 694032"/>
                <a:gd name="connsiteX14-4177" fmla="*/ 2177416 w 2368813"/>
                <a:gd name="connsiteY14-4178" fmla="*/ 7291 h 694032"/>
                <a:gd name="connsiteX15-4179" fmla="*/ 160388 w 2368813"/>
                <a:gd name="connsiteY15-4180" fmla="*/ 417 h 694032"/>
                <a:gd name="connsiteX16-4181" fmla="*/ 2215968 w 2368813"/>
                <a:gd name="connsiteY16-4182" fmla="*/ 0 h 694032"/>
                <a:gd name="connsiteX17-4183" fmla="*/ 2213534 w 2368813"/>
                <a:gd name="connsiteY17-4184" fmla="*/ 460 h 694032"/>
                <a:gd name="connsiteX18-4185" fmla="*/ 2239933 w 2368813"/>
                <a:gd name="connsiteY18-4186" fmla="*/ 2694 h 694032"/>
                <a:gd name="connsiteX19-4187" fmla="*/ 2368813 w 2368813"/>
                <a:gd name="connsiteY19-4188" fmla="*/ 91319 h 694032"/>
                <a:gd name="connsiteX20-4189" fmla="*/ 2347819 w 2368813"/>
                <a:gd name="connsiteY20-4190" fmla="*/ 91319 h 694032"/>
                <a:gd name="connsiteX21-4191" fmla="*/ 1985963 w 2368813"/>
                <a:gd name="connsiteY21-4192" fmla="*/ 464889 h 694032"/>
                <a:gd name="connsiteX22-4193" fmla="*/ 1859490 w 2368813"/>
                <a:gd name="connsiteY22-4194" fmla="*/ 571342 h 694032"/>
                <a:gd name="connsiteX23-4195" fmla="*/ 1263829 w 2368813"/>
                <a:gd name="connsiteY23-4196" fmla="*/ 694032 h 694032"/>
                <a:gd name="connsiteX24-4197" fmla="*/ 468380 w 2368813"/>
                <a:gd name="connsiteY24-4198" fmla="*/ 450197 h 694032"/>
                <a:gd name="connsiteX25-4199" fmla="*/ 141858 w 2368813"/>
                <a:gd name="connsiteY25-4200" fmla="*/ 78660 h 694032"/>
                <a:gd name="connsiteX26-4201" fmla="*/ 0 w 2368813"/>
                <a:gd name="connsiteY26-4202" fmla="*/ 68073 h 694032"/>
                <a:gd name="connsiteX27-4203" fmla="*/ 133489 w 2368813"/>
                <a:gd name="connsiteY27-4204" fmla="*/ 2694 h 694032"/>
                <a:gd name="connsiteX28-4205" fmla="*/ 160388 w 2368813"/>
                <a:gd name="connsiteY28-4206" fmla="*/ 417 h 694032"/>
                <a:gd name="connsiteX0-4207" fmla="*/ 1857536 w 2368813"/>
                <a:gd name="connsiteY0-4208" fmla="*/ 546928 h 694065"/>
                <a:gd name="connsiteX1-4209" fmla="*/ 516096 w 2368813"/>
                <a:gd name="connsiteY1-4210" fmla="*/ 546928 h 694065"/>
                <a:gd name="connsiteX2-4211" fmla="*/ 1857536 w 2368813"/>
                <a:gd name="connsiteY2-4212" fmla="*/ 546928 h 694065"/>
                <a:gd name="connsiteX3-4213" fmla="*/ 2019977 w 2368813"/>
                <a:gd name="connsiteY3-4214" fmla="*/ 237969 h 694065"/>
                <a:gd name="connsiteX4-4215" fmla="*/ 2013317 w 2368813"/>
                <a:gd name="connsiteY4-4216" fmla="*/ 256760 h 694065"/>
                <a:gd name="connsiteX5-4217" fmla="*/ 2010616 w 2368813"/>
                <a:gd name="connsiteY5-4218" fmla="*/ 266702 h 694065"/>
                <a:gd name="connsiteX6-4219" fmla="*/ 2019977 w 2368813"/>
                <a:gd name="connsiteY6-4220" fmla="*/ 237969 h 694065"/>
                <a:gd name="connsiteX7-4221" fmla="*/ 2140799 w 2368813"/>
                <a:gd name="connsiteY7-4222" fmla="*/ 28244 h 694065"/>
                <a:gd name="connsiteX8-4223" fmla="*/ 2138468 w 2368813"/>
                <a:gd name="connsiteY8-4224" fmla="*/ 29611 h 694065"/>
                <a:gd name="connsiteX9-4225" fmla="*/ 2136941 w 2368813"/>
                <a:gd name="connsiteY9-4226" fmla="*/ 31186 h 694065"/>
                <a:gd name="connsiteX10-4227" fmla="*/ 2140799 w 2368813"/>
                <a:gd name="connsiteY10-4228" fmla="*/ 28244 h 694065"/>
                <a:gd name="connsiteX11-4229" fmla="*/ 2177416 w 2368813"/>
                <a:gd name="connsiteY11-4230" fmla="*/ 7291 h 694065"/>
                <a:gd name="connsiteX12-4231" fmla="*/ 2176065 w 2368813"/>
                <a:gd name="connsiteY12-4232" fmla="*/ 7547 h 694065"/>
                <a:gd name="connsiteX13-4233" fmla="*/ 2173169 w 2368813"/>
                <a:gd name="connsiteY13-4234" fmla="*/ 9246 h 694065"/>
                <a:gd name="connsiteX14-4235" fmla="*/ 2177416 w 2368813"/>
                <a:gd name="connsiteY14-4236" fmla="*/ 7291 h 694065"/>
                <a:gd name="connsiteX15-4237" fmla="*/ 160388 w 2368813"/>
                <a:gd name="connsiteY15-4238" fmla="*/ 417 h 694065"/>
                <a:gd name="connsiteX16-4239" fmla="*/ 2215968 w 2368813"/>
                <a:gd name="connsiteY16-4240" fmla="*/ 0 h 694065"/>
                <a:gd name="connsiteX17-4241" fmla="*/ 2213534 w 2368813"/>
                <a:gd name="connsiteY17-4242" fmla="*/ 460 h 694065"/>
                <a:gd name="connsiteX18-4243" fmla="*/ 2239933 w 2368813"/>
                <a:gd name="connsiteY18-4244" fmla="*/ 2694 h 694065"/>
                <a:gd name="connsiteX19-4245" fmla="*/ 2368813 w 2368813"/>
                <a:gd name="connsiteY19-4246" fmla="*/ 91319 h 694065"/>
                <a:gd name="connsiteX20-4247" fmla="*/ 2347819 w 2368813"/>
                <a:gd name="connsiteY20-4248" fmla="*/ 91319 h 694065"/>
                <a:gd name="connsiteX21-4249" fmla="*/ 1985963 w 2368813"/>
                <a:gd name="connsiteY21-4250" fmla="*/ 464889 h 694065"/>
                <a:gd name="connsiteX22-4251" fmla="*/ 1263829 w 2368813"/>
                <a:gd name="connsiteY22-4252" fmla="*/ 694032 h 694065"/>
                <a:gd name="connsiteX23-4253" fmla="*/ 468380 w 2368813"/>
                <a:gd name="connsiteY23-4254" fmla="*/ 450197 h 694065"/>
                <a:gd name="connsiteX24-4255" fmla="*/ 141858 w 2368813"/>
                <a:gd name="connsiteY24-4256" fmla="*/ 78660 h 694065"/>
                <a:gd name="connsiteX25-4257" fmla="*/ 0 w 2368813"/>
                <a:gd name="connsiteY25-4258" fmla="*/ 68073 h 694065"/>
                <a:gd name="connsiteX26-4259" fmla="*/ 133489 w 2368813"/>
                <a:gd name="connsiteY26-4260" fmla="*/ 2694 h 694065"/>
                <a:gd name="connsiteX27-4261" fmla="*/ 160388 w 2368813"/>
                <a:gd name="connsiteY27-4262" fmla="*/ 417 h 694065"/>
                <a:gd name="connsiteX0-4263" fmla="*/ 1857536 w 2368813"/>
                <a:gd name="connsiteY0-4264" fmla="*/ 546928 h 694059"/>
                <a:gd name="connsiteX1-4265" fmla="*/ 516096 w 2368813"/>
                <a:gd name="connsiteY1-4266" fmla="*/ 546928 h 694059"/>
                <a:gd name="connsiteX2-4267" fmla="*/ 1857536 w 2368813"/>
                <a:gd name="connsiteY2-4268" fmla="*/ 546928 h 694059"/>
                <a:gd name="connsiteX3-4269" fmla="*/ 2019977 w 2368813"/>
                <a:gd name="connsiteY3-4270" fmla="*/ 237969 h 694059"/>
                <a:gd name="connsiteX4-4271" fmla="*/ 2013317 w 2368813"/>
                <a:gd name="connsiteY4-4272" fmla="*/ 256760 h 694059"/>
                <a:gd name="connsiteX5-4273" fmla="*/ 2010616 w 2368813"/>
                <a:gd name="connsiteY5-4274" fmla="*/ 266702 h 694059"/>
                <a:gd name="connsiteX6-4275" fmla="*/ 2019977 w 2368813"/>
                <a:gd name="connsiteY6-4276" fmla="*/ 237969 h 694059"/>
                <a:gd name="connsiteX7-4277" fmla="*/ 2140799 w 2368813"/>
                <a:gd name="connsiteY7-4278" fmla="*/ 28244 h 694059"/>
                <a:gd name="connsiteX8-4279" fmla="*/ 2138468 w 2368813"/>
                <a:gd name="connsiteY8-4280" fmla="*/ 29611 h 694059"/>
                <a:gd name="connsiteX9-4281" fmla="*/ 2136941 w 2368813"/>
                <a:gd name="connsiteY9-4282" fmla="*/ 31186 h 694059"/>
                <a:gd name="connsiteX10-4283" fmla="*/ 2140799 w 2368813"/>
                <a:gd name="connsiteY10-4284" fmla="*/ 28244 h 694059"/>
                <a:gd name="connsiteX11-4285" fmla="*/ 2177416 w 2368813"/>
                <a:gd name="connsiteY11-4286" fmla="*/ 7291 h 694059"/>
                <a:gd name="connsiteX12-4287" fmla="*/ 2176065 w 2368813"/>
                <a:gd name="connsiteY12-4288" fmla="*/ 7547 h 694059"/>
                <a:gd name="connsiteX13-4289" fmla="*/ 2173169 w 2368813"/>
                <a:gd name="connsiteY13-4290" fmla="*/ 9246 h 694059"/>
                <a:gd name="connsiteX14-4291" fmla="*/ 2177416 w 2368813"/>
                <a:gd name="connsiteY14-4292" fmla="*/ 7291 h 694059"/>
                <a:gd name="connsiteX15-4293" fmla="*/ 160388 w 2368813"/>
                <a:gd name="connsiteY15-4294" fmla="*/ 417 h 694059"/>
                <a:gd name="connsiteX16-4295" fmla="*/ 2215968 w 2368813"/>
                <a:gd name="connsiteY16-4296" fmla="*/ 0 h 694059"/>
                <a:gd name="connsiteX17-4297" fmla="*/ 2213534 w 2368813"/>
                <a:gd name="connsiteY17-4298" fmla="*/ 460 h 694059"/>
                <a:gd name="connsiteX18-4299" fmla="*/ 2239933 w 2368813"/>
                <a:gd name="connsiteY18-4300" fmla="*/ 2694 h 694059"/>
                <a:gd name="connsiteX19-4301" fmla="*/ 2368813 w 2368813"/>
                <a:gd name="connsiteY19-4302" fmla="*/ 91319 h 694059"/>
                <a:gd name="connsiteX20-4303" fmla="*/ 2347819 w 2368813"/>
                <a:gd name="connsiteY20-4304" fmla="*/ 91319 h 694059"/>
                <a:gd name="connsiteX21-4305" fmla="*/ 1995590 w 2368813"/>
                <a:gd name="connsiteY21-4306" fmla="*/ 433894 h 694059"/>
                <a:gd name="connsiteX22-4307" fmla="*/ 1263829 w 2368813"/>
                <a:gd name="connsiteY22-4308" fmla="*/ 694032 h 694059"/>
                <a:gd name="connsiteX23-4309" fmla="*/ 468380 w 2368813"/>
                <a:gd name="connsiteY23-4310" fmla="*/ 450197 h 694059"/>
                <a:gd name="connsiteX24-4311" fmla="*/ 141858 w 2368813"/>
                <a:gd name="connsiteY24-4312" fmla="*/ 78660 h 694059"/>
                <a:gd name="connsiteX25-4313" fmla="*/ 0 w 2368813"/>
                <a:gd name="connsiteY25-4314" fmla="*/ 68073 h 694059"/>
                <a:gd name="connsiteX26-4315" fmla="*/ 133489 w 2368813"/>
                <a:gd name="connsiteY26-4316" fmla="*/ 2694 h 694059"/>
                <a:gd name="connsiteX27-4317" fmla="*/ 160388 w 2368813"/>
                <a:gd name="connsiteY27-4318" fmla="*/ 417 h 694059"/>
                <a:gd name="connsiteX0-4319" fmla="*/ 1857536 w 2368813"/>
                <a:gd name="connsiteY0-4320" fmla="*/ 546928 h 694059"/>
                <a:gd name="connsiteX1-4321" fmla="*/ 516096 w 2368813"/>
                <a:gd name="connsiteY1-4322" fmla="*/ 546928 h 694059"/>
                <a:gd name="connsiteX2-4323" fmla="*/ 1857536 w 2368813"/>
                <a:gd name="connsiteY2-4324" fmla="*/ 546928 h 694059"/>
                <a:gd name="connsiteX3-4325" fmla="*/ 2019977 w 2368813"/>
                <a:gd name="connsiteY3-4326" fmla="*/ 237969 h 694059"/>
                <a:gd name="connsiteX4-4327" fmla="*/ 2013317 w 2368813"/>
                <a:gd name="connsiteY4-4328" fmla="*/ 256760 h 694059"/>
                <a:gd name="connsiteX5-4329" fmla="*/ 2010616 w 2368813"/>
                <a:gd name="connsiteY5-4330" fmla="*/ 266702 h 694059"/>
                <a:gd name="connsiteX6-4331" fmla="*/ 2019977 w 2368813"/>
                <a:gd name="connsiteY6-4332" fmla="*/ 237969 h 694059"/>
                <a:gd name="connsiteX7-4333" fmla="*/ 2136941 w 2368813"/>
                <a:gd name="connsiteY7-4334" fmla="*/ 31186 h 694059"/>
                <a:gd name="connsiteX8-4335" fmla="*/ 2138468 w 2368813"/>
                <a:gd name="connsiteY8-4336" fmla="*/ 29611 h 694059"/>
                <a:gd name="connsiteX9-4337" fmla="*/ 2136941 w 2368813"/>
                <a:gd name="connsiteY9-4338" fmla="*/ 31186 h 694059"/>
                <a:gd name="connsiteX10-4339" fmla="*/ 2177416 w 2368813"/>
                <a:gd name="connsiteY10-4340" fmla="*/ 7291 h 694059"/>
                <a:gd name="connsiteX11-4341" fmla="*/ 2176065 w 2368813"/>
                <a:gd name="connsiteY11-4342" fmla="*/ 7547 h 694059"/>
                <a:gd name="connsiteX12-4343" fmla="*/ 2173169 w 2368813"/>
                <a:gd name="connsiteY12-4344" fmla="*/ 9246 h 694059"/>
                <a:gd name="connsiteX13-4345" fmla="*/ 2177416 w 2368813"/>
                <a:gd name="connsiteY13-4346" fmla="*/ 7291 h 694059"/>
                <a:gd name="connsiteX14-4347" fmla="*/ 160388 w 2368813"/>
                <a:gd name="connsiteY14-4348" fmla="*/ 417 h 694059"/>
                <a:gd name="connsiteX15-4349" fmla="*/ 2215968 w 2368813"/>
                <a:gd name="connsiteY15-4350" fmla="*/ 0 h 694059"/>
                <a:gd name="connsiteX16-4351" fmla="*/ 2213534 w 2368813"/>
                <a:gd name="connsiteY16-4352" fmla="*/ 460 h 694059"/>
                <a:gd name="connsiteX17-4353" fmla="*/ 2239933 w 2368813"/>
                <a:gd name="connsiteY17-4354" fmla="*/ 2694 h 694059"/>
                <a:gd name="connsiteX18-4355" fmla="*/ 2368813 w 2368813"/>
                <a:gd name="connsiteY18-4356" fmla="*/ 91319 h 694059"/>
                <a:gd name="connsiteX19-4357" fmla="*/ 2347819 w 2368813"/>
                <a:gd name="connsiteY19-4358" fmla="*/ 91319 h 694059"/>
                <a:gd name="connsiteX20-4359" fmla="*/ 1995590 w 2368813"/>
                <a:gd name="connsiteY20-4360" fmla="*/ 433894 h 694059"/>
                <a:gd name="connsiteX21-4361" fmla="*/ 1263829 w 2368813"/>
                <a:gd name="connsiteY21-4362" fmla="*/ 694032 h 694059"/>
                <a:gd name="connsiteX22-4363" fmla="*/ 468380 w 2368813"/>
                <a:gd name="connsiteY22-4364" fmla="*/ 450197 h 694059"/>
                <a:gd name="connsiteX23-4365" fmla="*/ 141858 w 2368813"/>
                <a:gd name="connsiteY23-4366" fmla="*/ 78660 h 694059"/>
                <a:gd name="connsiteX24-4367" fmla="*/ 0 w 2368813"/>
                <a:gd name="connsiteY24-4368" fmla="*/ 68073 h 694059"/>
                <a:gd name="connsiteX25-4369" fmla="*/ 133489 w 2368813"/>
                <a:gd name="connsiteY25-4370" fmla="*/ 2694 h 694059"/>
                <a:gd name="connsiteX26-4371" fmla="*/ 160388 w 2368813"/>
                <a:gd name="connsiteY26-4372" fmla="*/ 417 h 694059"/>
                <a:gd name="connsiteX0-4373" fmla="*/ 1857536 w 2368813"/>
                <a:gd name="connsiteY0-4374" fmla="*/ 546928 h 694059"/>
                <a:gd name="connsiteX1-4375" fmla="*/ 516096 w 2368813"/>
                <a:gd name="connsiteY1-4376" fmla="*/ 546928 h 694059"/>
                <a:gd name="connsiteX2-4377" fmla="*/ 1857536 w 2368813"/>
                <a:gd name="connsiteY2-4378" fmla="*/ 546928 h 694059"/>
                <a:gd name="connsiteX3-4379" fmla="*/ 2019977 w 2368813"/>
                <a:gd name="connsiteY3-4380" fmla="*/ 237969 h 694059"/>
                <a:gd name="connsiteX4-4381" fmla="*/ 2013317 w 2368813"/>
                <a:gd name="connsiteY4-4382" fmla="*/ 256760 h 694059"/>
                <a:gd name="connsiteX5-4383" fmla="*/ 2010616 w 2368813"/>
                <a:gd name="connsiteY5-4384" fmla="*/ 266702 h 694059"/>
                <a:gd name="connsiteX6-4385" fmla="*/ 2019977 w 2368813"/>
                <a:gd name="connsiteY6-4386" fmla="*/ 237969 h 694059"/>
                <a:gd name="connsiteX7-4387" fmla="*/ 2177416 w 2368813"/>
                <a:gd name="connsiteY7-4388" fmla="*/ 7291 h 694059"/>
                <a:gd name="connsiteX8-4389" fmla="*/ 2176065 w 2368813"/>
                <a:gd name="connsiteY8-4390" fmla="*/ 7547 h 694059"/>
                <a:gd name="connsiteX9-4391" fmla="*/ 2173169 w 2368813"/>
                <a:gd name="connsiteY9-4392" fmla="*/ 9246 h 694059"/>
                <a:gd name="connsiteX10-4393" fmla="*/ 2177416 w 2368813"/>
                <a:gd name="connsiteY10-4394" fmla="*/ 7291 h 694059"/>
                <a:gd name="connsiteX11-4395" fmla="*/ 160388 w 2368813"/>
                <a:gd name="connsiteY11-4396" fmla="*/ 417 h 694059"/>
                <a:gd name="connsiteX12-4397" fmla="*/ 2215968 w 2368813"/>
                <a:gd name="connsiteY12-4398" fmla="*/ 0 h 694059"/>
                <a:gd name="connsiteX13-4399" fmla="*/ 2213534 w 2368813"/>
                <a:gd name="connsiteY13-4400" fmla="*/ 460 h 694059"/>
                <a:gd name="connsiteX14-4401" fmla="*/ 2239933 w 2368813"/>
                <a:gd name="connsiteY14-4402" fmla="*/ 2694 h 694059"/>
                <a:gd name="connsiteX15-4403" fmla="*/ 2368813 w 2368813"/>
                <a:gd name="connsiteY15-4404" fmla="*/ 91319 h 694059"/>
                <a:gd name="connsiteX16-4405" fmla="*/ 2347819 w 2368813"/>
                <a:gd name="connsiteY16-4406" fmla="*/ 91319 h 694059"/>
                <a:gd name="connsiteX17-4407" fmla="*/ 1995590 w 2368813"/>
                <a:gd name="connsiteY17-4408" fmla="*/ 433894 h 694059"/>
                <a:gd name="connsiteX18-4409" fmla="*/ 1263829 w 2368813"/>
                <a:gd name="connsiteY18-4410" fmla="*/ 694032 h 694059"/>
                <a:gd name="connsiteX19-4411" fmla="*/ 468380 w 2368813"/>
                <a:gd name="connsiteY19-4412" fmla="*/ 450197 h 694059"/>
                <a:gd name="connsiteX20-4413" fmla="*/ 141858 w 2368813"/>
                <a:gd name="connsiteY20-4414" fmla="*/ 78660 h 694059"/>
                <a:gd name="connsiteX21-4415" fmla="*/ 0 w 2368813"/>
                <a:gd name="connsiteY21-4416" fmla="*/ 68073 h 694059"/>
                <a:gd name="connsiteX22-4417" fmla="*/ 133489 w 2368813"/>
                <a:gd name="connsiteY22-4418" fmla="*/ 2694 h 694059"/>
                <a:gd name="connsiteX23-4419" fmla="*/ 160388 w 2368813"/>
                <a:gd name="connsiteY23-4420" fmla="*/ 417 h 694059"/>
                <a:gd name="connsiteX0-4421" fmla="*/ 1857536 w 2368813"/>
                <a:gd name="connsiteY0-4422" fmla="*/ 546928 h 694059"/>
                <a:gd name="connsiteX1-4423" fmla="*/ 516096 w 2368813"/>
                <a:gd name="connsiteY1-4424" fmla="*/ 546928 h 694059"/>
                <a:gd name="connsiteX2-4425" fmla="*/ 1857536 w 2368813"/>
                <a:gd name="connsiteY2-4426" fmla="*/ 546928 h 694059"/>
                <a:gd name="connsiteX3-4427" fmla="*/ 2019977 w 2368813"/>
                <a:gd name="connsiteY3-4428" fmla="*/ 237969 h 694059"/>
                <a:gd name="connsiteX4-4429" fmla="*/ 2013317 w 2368813"/>
                <a:gd name="connsiteY4-4430" fmla="*/ 256760 h 694059"/>
                <a:gd name="connsiteX5-4431" fmla="*/ 2010616 w 2368813"/>
                <a:gd name="connsiteY5-4432" fmla="*/ 266702 h 694059"/>
                <a:gd name="connsiteX6-4433" fmla="*/ 2019977 w 2368813"/>
                <a:gd name="connsiteY6-4434" fmla="*/ 237969 h 694059"/>
                <a:gd name="connsiteX7-4435" fmla="*/ 2173169 w 2368813"/>
                <a:gd name="connsiteY7-4436" fmla="*/ 9246 h 694059"/>
                <a:gd name="connsiteX8-4437" fmla="*/ 2176065 w 2368813"/>
                <a:gd name="connsiteY8-4438" fmla="*/ 7547 h 694059"/>
                <a:gd name="connsiteX9-4439" fmla="*/ 2173169 w 2368813"/>
                <a:gd name="connsiteY9-4440" fmla="*/ 9246 h 694059"/>
                <a:gd name="connsiteX10-4441" fmla="*/ 160388 w 2368813"/>
                <a:gd name="connsiteY10-4442" fmla="*/ 417 h 694059"/>
                <a:gd name="connsiteX11-4443" fmla="*/ 2215968 w 2368813"/>
                <a:gd name="connsiteY11-4444" fmla="*/ 0 h 694059"/>
                <a:gd name="connsiteX12-4445" fmla="*/ 2213534 w 2368813"/>
                <a:gd name="connsiteY12-4446" fmla="*/ 460 h 694059"/>
                <a:gd name="connsiteX13-4447" fmla="*/ 2239933 w 2368813"/>
                <a:gd name="connsiteY13-4448" fmla="*/ 2694 h 694059"/>
                <a:gd name="connsiteX14-4449" fmla="*/ 2368813 w 2368813"/>
                <a:gd name="connsiteY14-4450" fmla="*/ 91319 h 694059"/>
                <a:gd name="connsiteX15-4451" fmla="*/ 2347819 w 2368813"/>
                <a:gd name="connsiteY15-4452" fmla="*/ 91319 h 694059"/>
                <a:gd name="connsiteX16-4453" fmla="*/ 1995590 w 2368813"/>
                <a:gd name="connsiteY16-4454" fmla="*/ 433894 h 694059"/>
                <a:gd name="connsiteX17-4455" fmla="*/ 1263829 w 2368813"/>
                <a:gd name="connsiteY17-4456" fmla="*/ 694032 h 694059"/>
                <a:gd name="connsiteX18-4457" fmla="*/ 468380 w 2368813"/>
                <a:gd name="connsiteY18-4458" fmla="*/ 450197 h 694059"/>
                <a:gd name="connsiteX19-4459" fmla="*/ 141858 w 2368813"/>
                <a:gd name="connsiteY19-4460" fmla="*/ 78660 h 694059"/>
                <a:gd name="connsiteX20-4461" fmla="*/ 0 w 2368813"/>
                <a:gd name="connsiteY20-4462" fmla="*/ 68073 h 694059"/>
                <a:gd name="connsiteX21-4463" fmla="*/ 133489 w 2368813"/>
                <a:gd name="connsiteY21-4464" fmla="*/ 2694 h 694059"/>
                <a:gd name="connsiteX22-4465" fmla="*/ 160388 w 2368813"/>
                <a:gd name="connsiteY22-4466" fmla="*/ 417 h 694059"/>
                <a:gd name="connsiteX0-4467" fmla="*/ 1857536 w 2368813"/>
                <a:gd name="connsiteY0-4468" fmla="*/ 546928 h 694059"/>
                <a:gd name="connsiteX1-4469" fmla="*/ 516096 w 2368813"/>
                <a:gd name="connsiteY1-4470" fmla="*/ 546928 h 694059"/>
                <a:gd name="connsiteX2-4471" fmla="*/ 1857536 w 2368813"/>
                <a:gd name="connsiteY2-4472" fmla="*/ 546928 h 694059"/>
                <a:gd name="connsiteX3-4473" fmla="*/ 2019977 w 2368813"/>
                <a:gd name="connsiteY3-4474" fmla="*/ 237969 h 694059"/>
                <a:gd name="connsiteX4-4475" fmla="*/ 2013317 w 2368813"/>
                <a:gd name="connsiteY4-4476" fmla="*/ 256760 h 694059"/>
                <a:gd name="connsiteX5-4477" fmla="*/ 2010616 w 2368813"/>
                <a:gd name="connsiteY5-4478" fmla="*/ 266702 h 694059"/>
                <a:gd name="connsiteX6-4479" fmla="*/ 2019977 w 2368813"/>
                <a:gd name="connsiteY6-4480" fmla="*/ 237969 h 694059"/>
                <a:gd name="connsiteX7-4481" fmla="*/ 160388 w 2368813"/>
                <a:gd name="connsiteY7-4482" fmla="*/ 417 h 694059"/>
                <a:gd name="connsiteX8-4483" fmla="*/ 2215968 w 2368813"/>
                <a:gd name="connsiteY8-4484" fmla="*/ 0 h 694059"/>
                <a:gd name="connsiteX9-4485" fmla="*/ 2213534 w 2368813"/>
                <a:gd name="connsiteY9-4486" fmla="*/ 460 h 694059"/>
                <a:gd name="connsiteX10-4487" fmla="*/ 2239933 w 2368813"/>
                <a:gd name="connsiteY10-4488" fmla="*/ 2694 h 694059"/>
                <a:gd name="connsiteX11-4489" fmla="*/ 2368813 w 2368813"/>
                <a:gd name="connsiteY11-4490" fmla="*/ 91319 h 694059"/>
                <a:gd name="connsiteX12-4491" fmla="*/ 2347819 w 2368813"/>
                <a:gd name="connsiteY12-4492" fmla="*/ 91319 h 694059"/>
                <a:gd name="connsiteX13-4493" fmla="*/ 1995590 w 2368813"/>
                <a:gd name="connsiteY13-4494" fmla="*/ 433894 h 694059"/>
                <a:gd name="connsiteX14-4495" fmla="*/ 1263829 w 2368813"/>
                <a:gd name="connsiteY14-4496" fmla="*/ 694032 h 694059"/>
                <a:gd name="connsiteX15-4497" fmla="*/ 468380 w 2368813"/>
                <a:gd name="connsiteY15-4498" fmla="*/ 450197 h 694059"/>
                <a:gd name="connsiteX16-4499" fmla="*/ 141858 w 2368813"/>
                <a:gd name="connsiteY16-4500" fmla="*/ 78660 h 694059"/>
                <a:gd name="connsiteX17-4501" fmla="*/ 0 w 2368813"/>
                <a:gd name="connsiteY17-4502" fmla="*/ 68073 h 694059"/>
                <a:gd name="connsiteX18-4503" fmla="*/ 133489 w 2368813"/>
                <a:gd name="connsiteY18-4504" fmla="*/ 2694 h 694059"/>
                <a:gd name="connsiteX19-4505" fmla="*/ 160388 w 2368813"/>
                <a:gd name="connsiteY19-4506" fmla="*/ 417 h 694059"/>
                <a:gd name="connsiteX0-4507" fmla="*/ 1857536 w 2368813"/>
                <a:gd name="connsiteY0-4508" fmla="*/ 546928 h 694059"/>
                <a:gd name="connsiteX1-4509" fmla="*/ 516096 w 2368813"/>
                <a:gd name="connsiteY1-4510" fmla="*/ 546928 h 694059"/>
                <a:gd name="connsiteX2-4511" fmla="*/ 1857536 w 2368813"/>
                <a:gd name="connsiteY2-4512" fmla="*/ 546928 h 694059"/>
                <a:gd name="connsiteX3-4513" fmla="*/ 2019977 w 2368813"/>
                <a:gd name="connsiteY3-4514" fmla="*/ 237969 h 694059"/>
                <a:gd name="connsiteX4-4515" fmla="*/ 2013317 w 2368813"/>
                <a:gd name="connsiteY4-4516" fmla="*/ 256760 h 694059"/>
                <a:gd name="connsiteX5-4517" fmla="*/ 2010616 w 2368813"/>
                <a:gd name="connsiteY5-4518" fmla="*/ 266702 h 694059"/>
                <a:gd name="connsiteX6-4519" fmla="*/ 2019977 w 2368813"/>
                <a:gd name="connsiteY6-4520" fmla="*/ 237969 h 694059"/>
                <a:gd name="connsiteX7-4521" fmla="*/ 160388 w 2368813"/>
                <a:gd name="connsiteY7-4522" fmla="*/ 417 h 694059"/>
                <a:gd name="connsiteX8-4523" fmla="*/ 2215968 w 2368813"/>
                <a:gd name="connsiteY8-4524" fmla="*/ 0 h 694059"/>
                <a:gd name="connsiteX9-4525" fmla="*/ 2239933 w 2368813"/>
                <a:gd name="connsiteY9-4526" fmla="*/ 2694 h 694059"/>
                <a:gd name="connsiteX10-4527" fmla="*/ 2368813 w 2368813"/>
                <a:gd name="connsiteY10-4528" fmla="*/ 91319 h 694059"/>
                <a:gd name="connsiteX11-4529" fmla="*/ 2347819 w 2368813"/>
                <a:gd name="connsiteY11-4530" fmla="*/ 91319 h 694059"/>
                <a:gd name="connsiteX12-4531" fmla="*/ 1995590 w 2368813"/>
                <a:gd name="connsiteY12-4532" fmla="*/ 433894 h 694059"/>
                <a:gd name="connsiteX13-4533" fmla="*/ 1263829 w 2368813"/>
                <a:gd name="connsiteY13-4534" fmla="*/ 694032 h 694059"/>
                <a:gd name="connsiteX14-4535" fmla="*/ 468380 w 2368813"/>
                <a:gd name="connsiteY14-4536" fmla="*/ 450197 h 694059"/>
                <a:gd name="connsiteX15-4537" fmla="*/ 141858 w 2368813"/>
                <a:gd name="connsiteY15-4538" fmla="*/ 78660 h 694059"/>
                <a:gd name="connsiteX16-4539" fmla="*/ 0 w 2368813"/>
                <a:gd name="connsiteY16-4540" fmla="*/ 68073 h 694059"/>
                <a:gd name="connsiteX17-4541" fmla="*/ 133489 w 2368813"/>
                <a:gd name="connsiteY17-4542" fmla="*/ 2694 h 694059"/>
                <a:gd name="connsiteX18-4543" fmla="*/ 160388 w 2368813"/>
                <a:gd name="connsiteY18-4544" fmla="*/ 417 h 694059"/>
                <a:gd name="connsiteX0-4545" fmla="*/ 1857536 w 2368813"/>
                <a:gd name="connsiteY0-4546" fmla="*/ 546511 h 693642"/>
                <a:gd name="connsiteX1-4547" fmla="*/ 516096 w 2368813"/>
                <a:gd name="connsiteY1-4548" fmla="*/ 546511 h 693642"/>
                <a:gd name="connsiteX2-4549" fmla="*/ 1857536 w 2368813"/>
                <a:gd name="connsiteY2-4550" fmla="*/ 546511 h 693642"/>
                <a:gd name="connsiteX3-4551" fmla="*/ 2019977 w 2368813"/>
                <a:gd name="connsiteY3-4552" fmla="*/ 237552 h 693642"/>
                <a:gd name="connsiteX4-4553" fmla="*/ 2013317 w 2368813"/>
                <a:gd name="connsiteY4-4554" fmla="*/ 256343 h 693642"/>
                <a:gd name="connsiteX5-4555" fmla="*/ 2010616 w 2368813"/>
                <a:gd name="connsiteY5-4556" fmla="*/ 266285 h 693642"/>
                <a:gd name="connsiteX6-4557" fmla="*/ 2019977 w 2368813"/>
                <a:gd name="connsiteY6-4558" fmla="*/ 237552 h 693642"/>
                <a:gd name="connsiteX7-4559" fmla="*/ 160388 w 2368813"/>
                <a:gd name="connsiteY7-4560" fmla="*/ 0 h 693642"/>
                <a:gd name="connsiteX8-4561" fmla="*/ 2239933 w 2368813"/>
                <a:gd name="connsiteY8-4562" fmla="*/ 2277 h 693642"/>
                <a:gd name="connsiteX9-4563" fmla="*/ 2368813 w 2368813"/>
                <a:gd name="connsiteY9-4564" fmla="*/ 90902 h 693642"/>
                <a:gd name="connsiteX10-4565" fmla="*/ 2347819 w 2368813"/>
                <a:gd name="connsiteY10-4566" fmla="*/ 90902 h 693642"/>
                <a:gd name="connsiteX11-4567" fmla="*/ 1995590 w 2368813"/>
                <a:gd name="connsiteY11-4568" fmla="*/ 433477 h 693642"/>
                <a:gd name="connsiteX12-4569" fmla="*/ 1263829 w 2368813"/>
                <a:gd name="connsiteY12-4570" fmla="*/ 693615 h 693642"/>
                <a:gd name="connsiteX13-4571" fmla="*/ 468380 w 2368813"/>
                <a:gd name="connsiteY13-4572" fmla="*/ 449780 h 693642"/>
                <a:gd name="connsiteX14-4573" fmla="*/ 141858 w 2368813"/>
                <a:gd name="connsiteY14-4574" fmla="*/ 78243 h 693642"/>
                <a:gd name="connsiteX15-4575" fmla="*/ 0 w 2368813"/>
                <a:gd name="connsiteY15-4576" fmla="*/ 67656 h 693642"/>
                <a:gd name="connsiteX16-4577" fmla="*/ 133489 w 2368813"/>
                <a:gd name="connsiteY16-4578" fmla="*/ 2277 h 693642"/>
                <a:gd name="connsiteX17-4579" fmla="*/ 160388 w 2368813"/>
                <a:gd name="connsiteY17-4580" fmla="*/ 0 h 693642"/>
                <a:gd name="connsiteX0-4581" fmla="*/ 1857536 w 2368813"/>
                <a:gd name="connsiteY0-4582" fmla="*/ 546511 h 693642"/>
                <a:gd name="connsiteX1-4583" fmla="*/ 516096 w 2368813"/>
                <a:gd name="connsiteY1-4584" fmla="*/ 546511 h 693642"/>
                <a:gd name="connsiteX2-4585" fmla="*/ 1857536 w 2368813"/>
                <a:gd name="connsiteY2-4586" fmla="*/ 546511 h 693642"/>
                <a:gd name="connsiteX3-4587" fmla="*/ 2019977 w 2368813"/>
                <a:gd name="connsiteY3-4588" fmla="*/ 237552 h 693642"/>
                <a:gd name="connsiteX4-4589" fmla="*/ 2013317 w 2368813"/>
                <a:gd name="connsiteY4-4590" fmla="*/ 256343 h 693642"/>
                <a:gd name="connsiteX5-4591" fmla="*/ 2010616 w 2368813"/>
                <a:gd name="connsiteY5-4592" fmla="*/ 266285 h 693642"/>
                <a:gd name="connsiteX6-4593" fmla="*/ 2019977 w 2368813"/>
                <a:gd name="connsiteY6-4594" fmla="*/ 237552 h 693642"/>
                <a:gd name="connsiteX7-4595" fmla="*/ 160388 w 2368813"/>
                <a:gd name="connsiteY7-4596" fmla="*/ 0 h 693642"/>
                <a:gd name="connsiteX8-4597" fmla="*/ 2239933 w 2368813"/>
                <a:gd name="connsiteY8-4598" fmla="*/ 2277 h 693642"/>
                <a:gd name="connsiteX9-4599" fmla="*/ 2368813 w 2368813"/>
                <a:gd name="connsiteY9-4600" fmla="*/ 90902 h 693642"/>
                <a:gd name="connsiteX10-4601" fmla="*/ 1995590 w 2368813"/>
                <a:gd name="connsiteY10-4602" fmla="*/ 433477 h 693642"/>
                <a:gd name="connsiteX11-4603" fmla="*/ 1263829 w 2368813"/>
                <a:gd name="connsiteY11-4604" fmla="*/ 693615 h 693642"/>
                <a:gd name="connsiteX12-4605" fmla="*/ 468380 w 2368813"/>
                <a:gd name="connsiteY12-4606" fmla="*/ 449780 h 693642"/>
                <a:gd name="connsiteX13-4607" fmla="*/ 141858 w 2368813"/>
                <a:gd name="connsiteY13-4608" fmla="*/ 78243 h 693642"/>
                <a:gd name="connsiteX14-4609" fmla="*/ 0 w 2368813"/>
                <a:gd name="connsiteY14-4610" fmla="*/ 67656 h 693642"/>
                <a:gd name="connsiteX15-4611" fmla="*/ 133489 w 2368813"/>
                <a:gd name="connsiteY15-4612" fmla="*/ 2277 h 693642"/>
                <a:gd name="connsiteX16-4613" fmla="*/ 160388 w 2368813"/>
                <a:gd name="connsiteY16-4614" fmla="*/ 0 h 693642"/>
                <a:gd name="connsiteX0-4615" fmla="*/ 1857536 w 2368813"/>
                <a:gd name="connsiteY0-4616" fmla="*/ 546511 h 693642"/>
                <a:gd name="connsiteX1-4617" fmla="*/ 516096 w 2368813"/>
                <a:gd name="connsiteY1-4618" fmla="*/ 546511 h 693642"/>
                <a:gd name="connsiteX2-4619" fmla="*/ 1857536 w 2368813"/>
                <a:gd name="connsiteY2-4620" fmla="*/ 546511 h 693642"/>
                <a:gd name="connsiteX3-4621" fmla="*/ 2019977 w 2368813"/>
                <a:gd name="connsiteY3-4622" fmla="*/ 237552 h 693642"/>
                <a:gd name="connsiteX4-4623" fmla="*/ 2013317 w 2368813"/>
                <a:gd name="connsiteY4-4624" fmla="*/ 256343 h 693642"/>
                <a:gd name="connsiteX5-4625" fmla="*/ 2010616 w 2368813"/>
                <a:gd name="connsiteY5-4626" fmla="*/ 266285 h 693642"/>
                <a:gd name="connsiteX6-4627" fmla="*/ 2019977 w 2368813"/>
                <a:gd name="connsiteY6-4628" fmla="*/ 237552 h 693642"/>
                <a:gd name="connsiteX7-4629" fmla="*/ 160388 w 2368813"/>
                <a:gd name="connsiteY7-4630" fmla="*/ 0 h 693642"/>
                <a:gd name="connsiteX8-4631" fmla="*/ 2239933 w 2368813"/>
                <a:gd name="connsiteY8-4632" fmla="*/ 2277 h 693642"/>
                <a:gd name="connsiteX9-4633" fmla="*/ 2368813 w 2368813"/>
                <a:gd name="connsiteY9-4634" fmla="*/ 90902 h 693642"/>
                <a:gd name="connsiteX10-4635" fmla="*/ 2170848 w 2368813"/>
                <a:gd name="connsiteY10-4636" fmla="*/ 76306 h 693642"/>
                <a:gd name="connsiteX11-4637" fmla="*/ 1995590 w 2368813"/>
                <a:gd name="connsiteY11-4638" fmla="*/ 433477 h 693642"/>
                <a:gd name="connsiteX12-4639" fmla="*/ 1263829 w 2368813"/>
                <a:gd name="connsiteY12-4640" fmla="*/ 693615 h 693642"/>
                <a:gd name="connsiteX13-4641" fmla="*/ 468380 w 2368813"/>
                <a:gd name="connsiteY13-4642" fmla="*/ 449780 h 693642"/>
                <a:gd name="connsiteX14-4643" fmla="*/ 141858 w 2368813"/>
                <a:gd name="connsiteY14-4644" fmla="*/ 78243 h 693642"/>
                <a:gd name="connsiteX15-4645" fmla="*/ 0 w 2368813"/>
                <a:gd name="connsiteY15-4646" fmla="*/ 67656 h 693642"/>
                <a:gd name="connsiteX16-4647" fmla="*/ 133489 w 2368813"/>
                <a:gd name="connsiteY16-4648" fmla="*/ 2277 h 693642"/>
                <a:gd name="connsiteX17-4649" fmla="*/ 160388 w 2368813"/>
                <a:gd name="connsiteY17-4650" fmla="*/ 0 h 693642"/>
                <a:gd name="connsiteX0-4651" fmla="*/ 1857536 w 2368813"/>
                <a:gd name="connsiteY0-4652" fmla="*/ 546511 h 693642"/>
                <a:gd name="connsiteX1-4653" fmla="*/ 516096 w 2368813"/>
                <a:gd name="connsiteY1-4654" fmla="*/ 546511 h 693642"/>
                <a:gd name="connsiteX2-4655" fmla="*/ 1857536 w 2368813"/>
                <a:gd name="connsiteY2-4656" fmla="*/ 546511 h 693642"/>
                <a:gd name="connsiteX3-4657" fmla="*/ 2019977 w 2368813"/>
                <a:gd name="connsiteY3-4658" fmla="*/ 237552 h 693642"/>
                <a:gd name="connsiteX4-4659" fmla="*/ 2013317 w 2368813"/>
                <a:gd name="connsiteY4-4660" fmla="*/ 256343 h 693642"/>
                <a:gd name="connsiteX5-4661" fmla="*/ 2010616 w 2368813"/>
                <a:gd name="connsiteY5-4662" fmla="*/ 266285 h 693642"/>
                <a:gd name="connsiteX6-4663" fmla="*/ 2019977 w 2368813"/>
                <a:gd name="connsiteY6-4664" fmla="*/ 237552 h 693642"/>
                <a:gd name="connsiteX7-4665" fmla="*/ 160388 w 2368813"/>
                <a:gd name="connsiteY7-4666" fmla="*/ 0 h 693642"/>
                <a:gd name="connsiteX8-4667" fmla="*/ 2239933 w 2368813"/>
                <a:gd name="connsiteY8-4668" fmla="*/ 2277 h 693642"/>
                <a:gd name="connsiteX9-4669" fmla="*/ 2368813 w 2368813"/>
                <a:gd name="connsiteY9-4670" fmla="*/ 75405 h 693642"/>
                <a:gd name="connsiteX10-4671" fmla="*/ 2170848 w 2368813"/>
                <a:gd name="connsiteY10-4672" fmla="*/ 76306 h 693642"/>
                <a:gd name="connsiteX11-4673" fmla="*/ 1995590 w 2368813"/>
                <a:gd name="connsiteY11-4674" fmla="*/ 433477 h 693642"/>
                <a:gd name="connsiteX12-4675" fmla="*/ 1263829 w 2368813"/>
                <a:gd name="connsiteY12-4676" fmla="*/ 693615 h 693642"/>
                <a:gd name="connsiteX13-4677" fmla="*/ 468380 w 2368813"/>
                <a:gd name="connsiteY13-4678" fmla="*/ 449780 h 693642"/>
                <a:gd name="connsiteX14-4679" fmla="*/ 141858 w 2368813"/>
                <a:gd name="connsiteY14-4680" fmla="*/ 78243 h 693642"/>
                <a:gd name="connsiteX15-4681" fmla="*/ 0 w 2368813"/>
                <a:gd name="connsiteY15-4682" fmla="*/ 67656 h 693642"/>
                <a:gd name="connsiteX16-4683" fmla="*/ 133489 w 2368813"/>
                <a:gd name="connsiteY16-4684" fmla="*/ 2277 h 693642"/>
                <a:gd name="connsiteX17-4685" fmla="*/ 160388 w 2368813"/>
                <a:gd name="connsiteY17-4686" fmla="*/ 0 h 693642"/>
                <a:gd name="connsiteX0-4687" fmla="*/ 1857536 w 2368813"/>
                <a:gd name="connsiteY0-4688" fmla="*/ 546511 h 693642"/>
                <a:gd name="connsiteX1-4689" fmla="*/ 516096 w 2368813"/>
                <a:gd name="connsiteY1-4690" fmla="*/ 546511 h 693642"/>
                <a:gd name="connsiteX2-4691" fmla="*/ 1857536 w 2368813"/>
                <a:gd name="connsiteY2-4692" fmla="*/ 546511 h 693642"/>
                <a:gd name="connsiteX3-4693" fmla="*/ 2019977 w 2368813"/>
                <a:gd name="connsiteY3-4694" fmla="*/ 237552 h 693642"/>
                <a:gd name="connsiteX4-4695" fmla="*/ 2013317 w 2368813"/>
                <a:gd name="connsiteY4-4696" fmla="*/ 256343 h 693642"/>
                <a:gd name="connsiteX5-4697" fmla="*/ 2010616 w 2368813"/>
                <a:gd name="connsiteY5-4698" fmla="*/ 266285 h 693642"/>
                <a:gd name="connsiteX6-4699" fmla="*/ 2019977 w 2368813"/>
                <a:gd name="connsiteY6-4700" fmla="*/ 237552 h 693642"/>
                <a:gd name="connsiteX7-4701" fmla="*/ 160388 w 2368813"/>
                <a:gd name="connsiteY7-4702" fmla="*/ 0 h 693642"/>
                <a:gd name="connsiteX8-4703" fmla="*/ 2239933 w 2368813"/>
                <a:gd name="connsiteY8-4704" fmla="*/ 2277 h 693642"/>
                <a:gd name="connsiteX9-4705" fmla="*/ 2368813 w 2368813"/>
                <a:gd name="connsiteY9-4706" fmla="*/ 75405 h 693642"/>
                <a:gd name="connsiteX10-4707" fmla="*/ 2170848 w 2368813"/>
                <a:gd name="connsiteY10-4708" fmla="*/ 76306 h 693642"/>
                <a:gd name="connsiteX11-4709" fmla="*/ 1995590 w 2368813"/>
                <a:gd name="connsiteY11-4710" fmla="*/ 433477 h 693642"/>
                <a:gd name="connsiteX12-4711" fmla="*/ 1263829 w 2368813"/>
                <a:gd name="connsiteY12-4712" fmla="*/ 693615 h 693642"/>
                <a:gd name="connsiteX13-4713" fmla="*/ 468380 w 2368813"/>
                <a:gd name="connsiteY13-4714" fmla="*/ 449780 h 693642"/>
                <a:gd name="connsiteX14-4715" fmla="*/ 141858 w 2368813"/>
                <a:gd name="connsiteY14-4716" fmla="*/ 78243 h 693642"/>
                <a:gd name="connsiteX15-4717" fmla="*/ 0 w 2368813"/>
                <a:gd name="connsiteY15-4718" fmla="*/ 67656 h 693642"/>
                <a:gd name="connsiteX16-4719" fmla="*/ 133489 w 2368813"/>
                <a:gd name="connsiteY16-4720" fmla="*/ 2277 h 693642"/>
                <a:gd name="connsiteX17-4721" fmla="*/ 160388 w 2368813"/>
                <a:gd name="connsiteY17-4722" fmla="*/ 0 h 693642"/>
                <a:gd name="connsiteX0-4723" fmla="*/ 1857536 w 2368813"/>
                <a:gd name="connsiteY0-4724" fmla="*/ 546511 h 693642"/>
                <a:gd name="connsiteX1-4725" fmla="*/ 516096 w 2368813"/>
                <a:gd name="connsiteY1-4726" fmla="*/ 546511 h 693642"/>
                <a:gd name="connsiteX2-4727" fmla="*/ 1857536 w 2368813"/>
                <a:gd name="connsiteY2-4728" fmla="*/ 546511 h 693642"/>
                <a:gd name="connsiteX3-4729" fmla="*/ 2019977 w 2368813"/>
                <a:gd name="connsiteY3-4730" fmla="*/ 237552 h 693642"/>
                <a:gd name="connsiteX4-4731" fmla="*/ 2013317 w 2368813"/>
                <a:gd name="connsiteY4-4732" fmla="*/ 256343 h 693642"/>
                <a:gd name="connsiteX5-4733" fmla="*/ 2010616 w 2368813"/>
                <a:gd name="connsiteY5-4734" fmla="*/ 266285 h 693642"/>
                <a:gd name="connsiteX6-4735" fmla="*/ 2019977 w 2368813"/>
                <a:gd name="connsiteY6-4736" fmla="*/ 237552 h 693642"/>
                <a:gd name="connsiteX7-4737" fmla="*/ 160388 w 2368813"/>
                <a:gd name="connsiteY7-4738" fmla="*/ 0 h 693642"/>
                <a:gd name="connsiteX8-4739" fmla="*/ 2239933 w 2368813"/>
                <a:gd name="connsiteY8-4740" fmla="*/ 2277 h 693642"/>
                <a:gd name="connsiteX9-4741" fmla="*/ 2368813 w 2368813"/>
                <a:gd name="connsiteY9-4742" fmla="*/ 75405 h 693642"/>
                <a:gd name="connsiteX10-4743" fmla="*/ 2170848 w 2368813"/>
                <a:gd name="connsiteY10-4744" fmla="*/ 76306 h 693642"/>
                <a:gd name="connsiteX11-4745" fmla="*/ 1995590 w 2368813"/>
                <a:gd name="connsiteY11-4746" fmla="*/ 433477 h 693642"/>
                <a:gd name="connsiteX12-4747" fmla="*/ 1263829 w 2368813"/>
                <a:gd name="connsiteY12-4748" fmla="*/ 693615 h 693642"/>
                <a:gd name="connsiteX13-4749" fmla="*/ 468380 w 2368813"/>
                <a:gd name="connsiteY13-4750" fmla="*/ 449780 h 693642"/>
                <a:gd name="connsiteX14-4751" fmla="*/ 141858 w 2368813"/>
                <a:gd name="connsiteY14-4752" fmla="*/ 78243 h 693642"/>
                <a:gd name="connsiteX15-4753" fmla="*/ 0 w 2368813"/>
                <a:gd name="connsiteY15-4754" fmla="*/ 67656 h 693642"/>
                <a:gd name="connsiteX16-4755" fmla="*/ 133489 w 2368813"/>
                <a:gd name="connsiteY16-4756" fmla="*/ 2277 h 693642"/>
                <a:gd name="connsiteX17-4757" fmla="*/ 160388 w 2368813"/>
                <a:gd name="connsiteY17-4758" fmla="*/ 0 h 693642"/>
                <a:gd name="connsiteX0-4759" fmla="*/ 1857536 w 2368813"/>
                <a:gd name="connsiteY0-4760" fmla="*/ 546511 h 693642"/>
                <a:gd name="connsiteX1-4761" fmla="*/ 516096 w 2368813"/>
                <a:gd name="connsiteY1-4762" fmla="*/ 546511 h 693642"/>
                <a:gd name="connsiteX2-4763" fmla="*/ 1857536 w 2368813"/>
                <a:gd name="connsiteY2-4764" fmla="*/ 546511 h 693642"/>
                <a:gd name="connsiteX3-4765" fmla="*/ 2010616 w 2368813"/>
                <a:gd name="connsiteY3-4766" fmla="*/ 266285 h 693642"/>
                <a:gd name="connsiteX4-4767" fmla="*/ 2013317 w 2368813"/>
                <a:gd name="connsiteY4-4768" fmla="*/ 256343 h 693642"/>
                <a:gd name="connsiteX5-4769" fmla="*/ 2010616 w 2368813"/>
                <a:gd name="connsiteY5-4770" fmla="*/ 266285 h 693642"/>
                <a:gd name="connsiteX6-4771" fmla="*/ 160388 w 2368813"/>
                <a:gd name="connsiteY6-4772" fmla="*/ 0 h 693642"/>
                <a:gd name="connsiteX7-4773" fmla="*/ 2239933 w 2368813"/>
                <a:gd name="connsiteY7-4774" fmla="*/ 2277 h 693642"/>
                <a:gd name="connsiteX8-4775" fmla="*/ 2368813 w 2368813"/>
                <a:gd name="connsiteY8-4776" fmla="*/ 75405 h 693642"/>
                <a:gd name="connsiteX9-4777" fmla="*/ 2170848 w 2368813"/>
                <a:gd name="connsiteY9-4778" fmla="*/ 76306 h 693642"/>
                <a:gd name="connsiteX10-4779" fmla="*/ 1995590 w 2368813"/>
                <a:gd name="connsiteY10-4780" fmla="*/ 433477 h 693642"/>
                <a:gd name="connsiteX11-4781" fmla="*/ 1263829 w 2368813"/>
                <a:gd name="connsiteY11-4782" fmla="*/ 693615 h 693642"/>
                <a:gd name="connsiteX12-4783" fmla="*/ 468380 w 2368813"/>
                <a:gd name="connsiteY12-4784" fmla="*/ 449780 h 693642"/>
                <a:gd name="connsiteX13-4785" fmla="*/ 141858 w 2368813"/>
                <a:gd name="connsiteY13-4786" fmla="*/ 78243 h 693642"/>
                <a:gd name="connsiteX14-4787" fmla="*/ 0 w 2368813"/>
                <a:gd name="connsiteY14-4788" fmla="*/ 67656 h 693642"/>
                <a:gd name="connsiteX15-4789" fmla="*/ 133489 w 2368813"/>
                <a:gd name="connsiteY15-4790" fmla="*/ 2277 h 693642"/>
                <a:gd name="connsiteX16-4791" fmla="*/ 160388 w 2368813"/>
                <a:gd name="connsiteY16-4792" fmla="*/ 0 h 693642"/>
                <a:gd name="connsiteX0-4793" fmla="*/ 1857536 w 2368813"/>
                <a:gd name="connsiteY0-4794" fmla="*/ 546511 h 693642"/>
                <a:gd name="connsiteX1-4795" fmla="*/ 516096 w 2368813"/>
                <a:gd name="connsiteY1-4796" fmla="*/ 546511 h 693642"/>
                <a:gd name="connsiteX2-4797" fmla="*/ 1857536 w 2368813"/>
                <a:gd name="connsiteY2-4798" fmla="*/ 546511 h 693642"/>
                <a:gd name="connsiteX3-4799" fmla="*/ 160388 w 2368813"/>
                <a:gd name="connsiteY3-4800" fmla="*/ 0 h 693642"/>
                <a:gd name="connsiteX4-4801" fmla="*/ 2239933 w 2368813"/>
                <a:gd name="connsiteY4-4802" fmla="*/ 2277 h 693642"/>
                <a:gd name="connsiteX5-4803" fmla="*/ 2368813 w 2368813"/>
                <a:gd name="connsiteY5-4804" fmla="*/ 75405 h 693642"/>
                <a:gd name="connsiteX6-4805" fmla="*/ 2170848 w 2368813"/>
                <a:gd name="connsiteY6-4806" fmla="*/ 76306 h 693642"/>
                <a:gd name="connsiteX7-4807" fmla="*/ 1995590 w 2368813"/>
                <a:gd name="connsiteY7-4808" fmla="*/ 433477 h 693642"/>
                <a:gd name="connsiteX8-4809" fmla="*/ 1263829 w 2368813"/>
                <a:gd name="connsiteY8-4810" fmla="*/ 693615 h 693642"/>
                <a:gd name="connsiteX9-4811" fmla="*/ 468380 w 2368813"/>
                <a:gd name="connsiteY9-4812" fmla="*/ 449780 h 693642"/>
                <a:gd name="connsiteX10-4813" fmla="*/ 141858 w 2368813"/>
                <a:gd name="connsiteY10-4814" fmla="*/ 78243 h 693642"/>
                <a:gd name="connsiteX11-4815" fmla="*/ 0 w 2368813"/>
                <a:gd name="connsiteY11-4816" fmla="*/ 67656 h 693642"/>
                <a:gd name="connsiteX12-4817" fmla="*/ 133489 w 2368813"/>
                <a:gd name="connsiteY12-4818" fmla="*/ 2277 h 693642"/>
                <a:gd name="connsiteX13-4819" fmla="*/ 160388 w 2368813"/>
                <a:gd name="connsiteY13-4820" fmla="*/ 0 h 693642"/>
                <a:gd name="connsiteX0-4821" fmla="*/ 1857536 w 2368813"/>
                <a:gd name="connsiteY0-4822" fmla="*/ 546511 h 693642"/>
                <a:gd name="connsiteX1-4823" fmla="*/ 516096 w 2368813"/>
                <a:gd name="connsiteY1-4824" fmla="*/ 546511 h 693642"/>
                <a:gd name="connsiteX2-4825" fmla="*/ 1857536 w 2368813"/>
                <a:gd name="connsiteY2-4826" fmla="*/ 546511 h 693642"/>
                <a:gd name="connsiteX3-4827" fmla="*/ 160388 w 2368813"/>
                <a:gd name="connsiteY3-4828" fmla="*/ 0 h 693642"/>
                <a:gd name="connsiteX4-4829" fmla="*/ 2239933 w 2368813"/>
                <a:gd name="connsiteY4-4830" fmla="*/ 2277 h 693642"/>
                <a:gd name="connsiteX5-4831" fmla="*/ 2368813 w 2368813"/>
                <a:gd name="connsiteY5-4832" fmla="*/ 75405 h 693642"/>
                <a:gd name="connsiteX6-4833" fmla="*/ 2170848 w 2368813"/>
                <a:gd name="connsiteY6-4834" fmla="*/ 76306 h 693642"/>
                <a:gd name="connsiteX7-4835" fmla="*/ 1995590 w 2368813"/>
                <a:gd name="connsiteY7-4836" fmla="*/ 433477 h 693642"/>
                <a:gd name="connsiteX8-4837" fmla="*/ 1263829 w 2368813"/>
                <a:gd name="connsiteY8-4838" fmla="*/ 693615 h 693642"/>
                <a:gd name="connsiteX9-4839" fmla="*/ 468380 w 2368813"/>
                <a:gd name="connsiteY9-4840" fmla="*/ 449780 h 693642"/>
                <a:gd name="connsiteX10-4841" fmla="*/ 141858 w 2368813"/>
                <a:gd name="connsiteY10-4842" fmla="*/ 78243 h 693642"/>
                <a:gd name="connsiteX11-4843" fmla="*/ 0 w 2368813"/>
                <a:gd name="connsiteY11-4844" fmla="*/ 67656 h 693642"/>
                <a:gd name="connsiteX12-4845" fmla="*/ 133489 w 2368813"/>
                <a:gd name="connsiteY12-4846" fmla="*/ 2277 h 693642"/>
                <a:gd name="connsiteX13-4847" fmla="*/ 160388 w 2368813"/>
                <a:gd name="connsiteY13-4848" fmla="*/ 0 h 693642"/>
                <a:gd name="connsiteX0-4849" fmla="*/ 1857536 w 2368813"/>
                <a:gd name="connsiteY0-4850" fmla="*/ 546511 h 695579"/>
                <a:gd name="connsiteX1-4851" fmla="*/ 516096 w 2368813"/>
                <a:gd name="connsiteY1-4852" fmla="*/ 546511 h 695579"/>
                <a:gd name="connsiteX2-4853" fmla="*/ 1857536 w 2368813"/>
                <a:gd name="connsiteY2-4854" fmla="*/ 546511 h 695579"/>
                <a:gd name="connsiteX3-4855" fmla="*/ 160388 w 2368813"/>
                <a:gd name="connsiteY3-4856" fmla="*/ 0 h 695579"/>
                <a:gd name="connsiteX4-4857" fmla="*/ 2239933 w 2368813"/>
                <a:gd name="connsiteY4-4858" fmla="*/ 2277 h 695579"/>
                <a:gd name="connsiteX5-4859" fmla="*/ 2368813 w 2368813"/>
                <a:gd name="connsiteY5-4860" fmla="*/ 75405 h 695579"/>
                <a:gd name="connsiteX6-4861" fmla="*/ 2170848 w 2368813"/>
                <a:gd name="connsiteY6-4862" fmla="*/ 76306 h 695579"/>
                <a:gd name="connsiteX7-4863" fmla="*/ 1995590 w 2368813"/>
                <a:gd name="connsiteY7-4864" fmla="*/ 433477 h 695579"/>
                <a:gd name="connsiteX8-4865" fmla="*/ 1254202 w 2368813"/>
                <a:gd name="connsiteY8-4866" fmla="*/ 695552 h 695579"/>
                <a:gd name="connsiteX9-4867" fmla="*/ 468380 w 2368813"/>
                <a:gd name="connsiteY9-4868" fmla="*/ 449780 h 695579"/>
                <a:gd name="connsiteX10-4869" fmla="*/ 141858 w 2368813"/>
                <a:gd name="connsiteY10-4870" fmla="*/ 78243 h 695579"/>
                <a:gd name="connsiteX11-4871" fmla="*/ 0 w 2368813"/>
                <a:gd name="connsiteY11-4872" fmla="*/ 67656 h 695579"/>
                <a:gd name="connsiteX12-4873" fmla="*/ 133489 w 2368813"/>
                <a:gd name="connsiteY12-4874" fmla="*/ 2277 h 695579"/>
                <a:gd name="connsiteX13-4875" fmla="*/ 160388 w 2368813"/>
                <a:gd name="connsiteY13-4876" fmla="*/ 0 h 695579"/>
                <a:gd name="connsiteX0-4877" fmla="*/ 1857536 w 2368813"/>
                <a:gd name="connsiteY0-4878" fmla="*/ 546511 h 695552"/>
                <a:gd name="connsiteX1-4879" fmla="*/ 516096 w 2368813"/>
                <a:gd name="connsiteY1-4880" fmla="*/ 546511 h 695552"/>
                <a:gd name="connsiteX2-4881" fmla="*/ 1857536 w 2368813"/>
                <a:gd name="connsiteY2-4882" fmla="*/ 546511 h 695552"/>
                <a:gd name="connsiteX3-4883" fmla="*/ 160388 w 2368813"/>
                <a:gd name="connsiteY3-4884" fmla="*/ 0 h 695552"/>
                <a:gd name="connsiteX4-4885" fmla="*/ 2239933 w 2368813"/>
                <a:gd name="connsiteY4-4886" fmla="*/ 2277 h 695552"/>
                <a:gd name="connsiteX5-4887" fmla="*/ 2368813 w 2368813"/>
                <a:gd name="connsiteY5-4888" fmla="*/ 75405 h 695552"/>
                <a:gd name="connsiteX6-4889" fmla="*/ 2170848 w 2368813"/>
                <a:gd name="connsiteY6-4890" fmla="*/ 76306 h 695552"/>
                <a:gd name="connsiteX7-4891" fmla="*/ 1995590 w 2368813"/>
                <a:gd name="connsiteY7-4892" fmla="*/ 433477 h 695552"/>
                <a:gd name="connsiteX8-4893" fmla="*/ 1254202 w 2368813"/>
                <a:gd name="connsiteY8-4894" fmla="*/ 695552 h 695552"/>
                <a:gd name="connsiteX9-4895" fmla="*/ 468380 w 2368813"/>
                <a:gd name="connsiteY9-4896" fmla="*/ 449780 h 695552"/>
                <a:gd name="connsiteX10-4897" fmla="*/ 141858 w 2368813"/>
                <a:gd name="connsiteY10-4898" fmla="*/ 78243 h 695552"/>
                <a:gd name="connsiteX11-4899" fmla="*/ 0 w 2368813"/>
                <a:gd name="connsiteY11-4900" fmla="*/ 67656 h 695552"/>
                <a:gd name="connsiteX12-4901" fmla="*/ 133489 w 2368813"/>
                <a:gd name="connsiteY12-4902" fmla="*/ 2277 h 695552"/>
                <a:gd name="connsiteX13-4903" fmla="*/ 160388 w 2368813"/>
                <a:gd name="connsiteY13-4904" fmla="*/ 0 h 695552"/>
                <a:gd name="connsiteX0-4905" fmla="*/ 1857536 w 2368813"/>
                <a:gd name="connsiteY0-4906" fmla="*/ 546511 h 695552"/>
                <a:gd name="connsiteX1-4907" fmla="*/ 516096 w 2368813"/>
                <a:gd name="connsiteY1-4908" fmla="*/ 546511 h 695552"/>
                <a:gd name="connsiteX2-4909" fmla="*/ 1857536 w 2368813"/>
                <a:gd name="connsiteY2-4910" fmla="*/ 546511 h 695552"/>
                <a:gd name="connsiteX3-4911" fmla="*/ 160388 w 2368813"/>
                <a:gd name="connsiteY3-4912" fmla="*/ 0 h 695552"/>
                <a:gd name="connsiteX4-4913" fmla="*/ 2239933 w 2368813"/>
                <a:gd name="connsiteY4-4914" fmla="*/ 2277 h 695552"/>
                <a:gd name="connsiteX5-4915" fmla="*/ 2368813 w 2368813"/>
                <a:gd name="connsiteY5-4916" fmla="*/ 75405 h 695552"/>
                <a:gd name="connsiteX6-4917" fmla="*/ 2170848 w 2368813"/>
                <a:gd name="connsiteY6-4918" fmla="*/ 76306 h 695552"/>
                <a:gd name="connsiteX7-4919" fmla="*/ 1995590 w 2368813"/>
                <a:gd name="connsiteY7-4920" fmla="*/ 433477 h 695552"/>
                <a:gd name="connsiteX8-4921" fmla="*/ 1280678 w 2368813"/>
                <a:gd name="connsiteY8-4922" fmla="*/ 695552 h 695552"/>
                <a:gd name="connsiteX9-4923" fmla="*/ 468380 w 2368813"/>
                <a:gd name="connsiteY9-4924" fmla="*/ 449780 h 695552"/>
                <a:gd name="connsiteX10-4925" fmla="*/ 141858 w 2368813"/>
                <a:gd name="connsiteY10-4926" fmla="*/ 78243 h 695552"/>
                <a:gd name="connsiteX11-4927" fmla="*/ 0 w 2368813"/>
                <a:gd name="connsiteY11-4928" fmla="*/ 67656 h 695552"/>
                <a:gd name="connsiteX12-4929" fmla="*/ 133489 w 2368813"/>
                <a:gd name="connsiteY12-4930" fmla="*/ 2277 h 695552"/>
                <a:gd name="connsiteX13-4931" fmla="*/ 160388 w 2368813"/>
                <a:gd name="connsiteY13-4932" fmla="*/ 0 h 695552"/>
                <a:gd name="connsiteX0-4933" fmla="*/ 1857536 w 2368813"/>
                <a:gd name="connsiteY0-4934" fmla="*/ 546511 h 697489"/>
                <a:gd name="connsiteX1-4935" fmla="*/ 516096 w 2368813"/>
                <a:gd name="connsiteY1-4936" fmla="*/ 546511 h 697489"/>
                <a:gd name="connsiteX2-4937" fmla="*/ 1857536 w 2368813"/>
                <a:gd name="connsiteY2-4938" fmla="*/ 546511 h 697489"/>
                <a:gd name="connsiteX3-4939" fmla="*/ 160388 w 2368813"/>
                <a:gd name="connsiteY3-4940" fmla="*/ 0 h 697489"/>
                <a:gd name="connsiteX4-4941" fmla="*/ 2239933 w 2368813"/>
                <a:gd name="connsiteY4-4942" fmla="*/ 2277 h 697489"/>
                <a:gd name="connsiteX5-4943" fmla="*/ 2368813 w 2368813"/>
                <a:gd name="connsiteY5-4944" fmla="*/ 75405 h 697489"/>
                <a:gd name="connsiteX6-4945" fmla="*/ 2170848 w 2368813"/>
                <a:gd name="connsiteY6-4946" fmla="*/ 76306 h 697489"/>
                <a:gd name="connsiteX7-4947" fmla="*/ 1995590 w 2368813"/>
                <a:gd name="connsiteY7-4948" fmla="*/ 433477 h 697489"/>
                <a:gd name="connsiteX8-4949" fmla="*/ 1249388 w 2368813"/>
                <a:gd name="connsiteY8-4950" fmla="*/ 697489 h 697489"/>
                <a:gd name="connsiteX9-4951" fmla="*/ 468380 w 2368813"/>
                <a:gd name="connsiteY9-4952" fmla="*/ 449780 h 697489"/>
                <a:gd name="connsiteX10-4953" fmla="*/ 141858 w 2368813"/>
                <a:gd name="connsiteY10-4954" fmla="*/ 78243 h 697489"/>
                <a:gd name="connsiteX11-4955" fmla="*/ 0 w 2368813"/>
                <a:gd name="connsiteY11-4956" fmla="*/ 67656 h 697489"/>
                <a:gd name="connsiteX12-4957" fmla="*/ 133489 w 2368813"/>
                <a:gd name="connsiteY12-4958" fmla="*/ 2277 h 697489"/>
                <a:gd name="connsiteX13-4959" fmla="*/ 160388 w 2368813"/>
                <a:gd name="connsiteY13-4960" fmla="*/ 0 h 697489"/>
                <a:gd name="connsiteX0-4961" fmla="*/ 1857536 w 2368813"/>
                <a:gd name="connsiteY0-4962" fmla="*/ 546511 h 697489"/>
                <a:gd name="connsiteX1-4963" fmla="*/ 516096 w 2368813"/>
                <a:gd name="connsiteY1-4964" fmla="*/ 546511 h 697489"/>
                <a:gd name="connsiteX2-4965" fmla="*/ 1857536 w 2368813"/>
                <a:gd name="connsiteY2-4966" fmla="*/ 546511 h 697489"/>
                <a:gd name="connsiteX3-4967" fmla="*/ 160388 w 2368813"/>
                <a:gd name="connsiteY3-4968" fmla="*/ 0 h 697489"/>
                <a:gd name="connsiteX4-4969" fmla="*/ 2239933 w 2368813"/>
                <a:gd name="connsiteY4-4970" fmla="*/ 2277 h 697489"/>
                <a:gd name="connsiteX5-4971" fmla="*/ 2368813 w 2368813"/>
                <a:gd name="connsiteY5-4972" fmla="*/ 75405 h 697489"/>
                <a:gd name="connsiteX6-4973" fmla="*/ 2170848 w 2368813"/>
                <a:gd name="connsiteY6-4974" fmla="*/ 76306 h 697489"/>
                <a:gd name="connsiteX7-4975" fmla="*/ 1995590 w 2368813"/>
                <a:gd name="connsiteY7-4976" fmla="*/ 433477 h 697489"/>
                <a:gd name="connsiteX8-4977" fmla="*/ 1249388 w 2368813"/>
                <a:gd name="connsiteY8-4978" fmla="*/ 697489 h 697489"/>
                <a:gd name="connsiteX9-4979" fmla="*/ 468380 w 2368813"/>
                <a:gd name="connsiteY9-4980" fmla="*/ 449780 h 697489"/>
                <a:gd name="connsiteX10-4981" fmla="*/ 141858 w 2368813"/>
                <a:gd name="connsiteY10-4982" fmla="*/ 78243 h 697489"/>
                <a:gd name="connsiteX11-4983" fmla="*/ 0 w 2368813"/>
                <a:gd name="connsiteY11-4984" fmla="*/ 67656 h 697489"/>
                <a:gd name="connsiteX12-4985" fmla="*/ 133489 w 2368813"/>
                <a:gd name="connsiteY12-4986" fmla="*/ 2277 h 697489"/>
                <a:gd name="connsiteX13-4987" fmla="*/ 160388 w 2368813"/>
                <a:gd name="connsiteY13-4988" fmla="*/ 0 h 697489"/>
                <a:gd name="connsiteX0-4989" fmla="*/ 1857536 w 2368813"/>
                <a:gd name="connsiteY0-4990" fmla="*/ 546511 h 697489"/>
                <a:gd name="connsiteX1-4991" fmla="*/ 516096 w 2368813"/>
                <a:gd name="connsiteY1-4992" fmla="*/ 546511 h 697489"/>
                <a:gd name="connsiteX2-4993" fmla="*/ 1857536 w 2368813"/>
                <a:gd name="connsiteY2-4994" fmla="*/ 546511 h 697489"/>
                <a:gd name="connsiteX3-4995" fmla="*/ 160388 w 2368813"/>
                <a:gd name="connsiteY3-4996" fmla="*/ 0 h 697489"/>
                <a:gd name="connsiteX4-4997" fmla="*/ 2239933 w 2368813"/>
                <a:gd name="connsiteY4-4998" fmla="*/ 2277 h 697489"/>
                <a:gd name="connsiteX5-4999" fmla="*/ 2368813 w 2368813"/>
                <a:gd name="connsiteY5-5000" fmla="*/ 75405 h 697489"/>
                <a:gd name="connsiteX6-5001" fmla="*/ 2170848 w 2368813"/>
                <a:gd name="connsiteY6-5002" fmla="*/ 76306 h 697489"/>
                <a:gd name="connsiteX7-5003" fmla="*/ 1995590 w 2368813"/>
                <a:gd name="connsiteY7-5004" fmla="*/ 433477 h 697489"/>
                <a:gd name="connsiteX8-5005" fmla="*/ 1249388 w 2368813"/>
                <a:gd name="connsiteY8-5006" fmla="*/ 697489 h 697489"/>
                <a:gd name="connsiteX9-5007" fmla="*/ 468380 w 2368813"/>
                <a:gd name="connsiteY9-5008" fmla="*/ 449780 h 697489"/>
                <a:gd name="connsiteX10-5009" fmla="*/ 141858 w 2368813"/>
                <a:gd name="connsiteY10-5010" fmla="*/ 78243 h 697489"/>
                <a:gd name="connsiteX11-5011" fmla="*/ 0 w 2368813"/>
                <a:gd name="connsiteY11-5012" fmla="*/ 67656 h 697489"/>
                <a:gd name="connsiteX12-5013" fmla="*/ 133489 w 2368813"/>
                <a:gd name="connsiteY12-5014" fmla="*/ 2277 h 697489"/>
                <a:gd name="connsiteX13-5015" fmla="*/ 160388 w 2368813"/>
                <a:gd name="connsiteY13-5016" fmla="*/ 0 h 697489"/>
                <a:gd name="connsiteX0-5017" fmla="*/ 1857536 w 2368813"/>
                <a:gd name="connsiteY0-5018" fmla="*/ 546511 h 697489"/>
                <a:gd name="connsiteX1-5019" fmla="*/ 516096 w 2368813"/>
                <a:gd name="connsiteY1-5020" fmla="*/ 546511 h 697489"/>
                <a:gd name="connsiteX2-5021" fmla="*/ 1857536 w 2368813"/>
                <a:gd name="connsiteY2-5022" fmla="*/ 546511 h 697489"/>
                <a:gd name="connsiteX3-5023" fmla="*/ 160388 w 2368813"/>
                <a:gd name="connsiteY3-5024" fmla="*/ 0 h 697489"/>
                <a:gd name="connsiteX4-5025" fmla="*/ 2239933 w 2368813"/>
                <a:gd name="connsiteY4-5026" fmla="*/ 2277 h 697489"/>
                <a:gd name="connsiteX5-5027" fmla="*/ 2368813 w 2368813"/>
                <a:gd name="connsiteY5-5028" fmla="*/ 75405 h 697489"/>
                <a:gd name="connsiteX6-5029" fmla="*/ 2170848 w 2368813"/>
                <a:gd name="connsiteY6-5030" fmla="*/ 76306 h 697489"/>
                <a:gd name="connsiteX7-5031" fmla="*/ 1995590 w 2368813"/>
                <a:gd name="connsiteY7-5032" fmla="*/ 433477 h 697489"/>
                <a:gd name="connsiteX8-5033" fmla="*/ 1249388 w 2368813"/>
                <a:gd name="connsiteY8-5034" fmla="*/ 697489 h 697489"/>
                <a:gd name="connsiteX9-5035" fmla="*/ 468380 w 2368813"/>
                <a:gd name="connsiteY9-5036" fmla="*/ 449780 h 697489"/>
                <a:gd name="connsiteX10-5037" fmla="*/ 141858 w 2368813"/>
                <a:gd name="connsiteY10-5038" fmla="*/ 78243 h 697489"/>
                <a:gd name="connsiteX11-5039" fmla="*/ 0 w 2368813"/>
                <a:gd name="connsiteY11-5040" fmla="*/ 67656 h 697489"/>
                <a:gd name="connsiteX12-5041" fmla="*/ 133489 w 2368813"/>
                <a:gd name="connsiteY12-5042" fmla="*/ 2277 h 697489"/>
                <a:gd name="connsiteX13-5043" fmla="*/ 160388 w 2368813"/>
                <a:gd name="connsiteY13-5044" fmla="*/ 0 h 697489"/>
                <a:gd name="connsiteX0-5045" fmla="*/ 1638511 w 2368813"/>
                <a:gd name="connsiteY0-5046" fmla="*/ 496144 h 697489"/>
                <a:gd name="connsiteX1-5047" fmla="*/ 516096 w 2368813"/>
                <a:gd name="connsiteY1-5048" fmla="*/ 546511 h 697489"/>
                <a:gd name="connsiteX2-5049" fmla="*/ 1638511 w 2368813"/>
                <a:gd name="connsiteY2-5050" fmla="*/ 496144 h 697489"/>
                <a:gd name="connsiteX3-5051" fmla="*/ 160388 w 2368813"/>
                <a:gd name="connsiteY3-5052" fmla="*/ 0 h 697489"/>
                <a:gd name="connsiteX4-5053" fmla="*/ 2239933 w 2368813"/>
                <a:gd name="connsiteY4-5054" fmla="*/ 2277 h 697489"/>
                <a:gd name="connsiteX5-5055" fmla="*/ 2368813 w 2368813"/>
                <a:gd name="connsiteY5-5056" fmla="*/ 75405 h 697489"/>
                <a:gd name="connsiteX6-5057" fmla="*/ 2170848 w 2368813"/>
                <a:gd name="connsiteY6-5058" fmla="*/ 76306 h 697489"/>
                <a:gd name="connsiteX7-5059" fmla="*/ 1995590 w 2368813"/>
                <a:gd name="connsiteY7-5060" fmla="*/ 433477 h 697489"/>
                <a:gd name="connsiteX8-5061" fmla="*/ 1249388 w 2368813"/>
                <a:gd name="connsiteY8-5062" fmla="*/ 697489 h 697489"/>
                <a:gd name="connsiteX9-5063" fmla="*/ 468380 w 2368813"/>
                <a:gd name="connsiteY9-5064" fmla="*/ 449780 h 697489"/>
                <a:gd name="connsiteX10-5065" fmla="*/ 141858 w 2368813"/>
                <a:gd name="connsiteY10-5066" fmla="*/ 78243 h 697489"/>
                <a:gd name="connsiteX11-5067" fmla="*/ 0 w 2368813"/>
                <a:gd name="connsiteY11-5068" fmla="*/ 67656 h 697489"/>
                <a:gd name="connsiteX12-5069" fmla="*/ 133489 w 2368813"/>
                <a:gd name="connsiteY12-5070" fmla="*/ 2277 h 697489"/>
                <a:gd name="connsiteX13-5071" fmla="*/ 160388 w 2368813"/>
                <a:gd name="connsiteY13-5072" fmla="*/ 0 h 697489"/>
                <a:gd name="connsiteX0-5073" fmla="*/ 1638511 w 2368813"/>
                <a:gd name="connsiteY0-5074" fmla="*/ 496144 h 697489"/>
                <a:gd name="connsiteX1-5075" fmla="*/ 516096 w 2368813"/>
                <a:gd name="connsiteY1-5076" fmla="*/ 546511 h 697489"/>
                <a:gd name="connsiteX2-5077" fmla="*/ 1638511 w 2368813"/>
                <a:gd name="connsiteY2-5078" fmla="*/ 496144 h 697489"/>
                <a:gd name="connsiteX3-5079" fmla="*/ 160388 w 2368813"/>
                <a:gd name="connsiteY3-5080" fmla="*/ 0 h 697489"/>
                <a:gd name="connsiteX4-5081" fmla="*/ 2239933 w 2368813"/>
                <a:gd name="connsiteY4-5082" fmla="*/ 2277 h 697489"/>
                <a:gd name="connsiteX5-5083" fmla="*/ 2368813 w 2368813"/>
                <a:gd name="connsiteY5-5084" fmla="*/ 75405 h 697489"/>
                <a:gd name="connsiteX6-5085" fmla="*/ 2170848 w 2368813"/>
                <a:gd name="connsiteY6-5086" fmla="*/ 76306 h 697489"/>
                <a:gd name="connsiteX7-5087" fmla="*/ 1995590 w 2368813"/>
                <a:gd name="connsiteY7-5088" fmla="*/ 433477 h 697489"/>
                <a:gd name="connsiteX8-5089" fmla="*/ 1249388 w 2368813"/>
                <a:gd name="connsiteY8-5090" fmla="*/ 697489 h 697489"/>
                <a:gd name="connsiteX9-5091" fmla="*/ 468380 w 2368813"/>
                <a:gd name="connsiteY9-5092" fmla="*/ 449780 h 697489"/>
                <a:gd name="connsiteX10-5093" fmla="*/ 141858 w 2368813"/>
                <a:gd name="connsiteY10-5094" fmla="*/ 78243 h 697489"/>
                <a:gd name="connsiteX11-5095" fmla="*/ 0 w 2368813"/>
                <a:gd name="connsiteY11-5096" fmla="*/ 67656 h 697489"/>
                <a:gd name="connsiteX12-5097" fmla="*/ 133489 w 2368813"/>
                <a:gd name="connsiteY12-5098" fmla="*/ 2277 h 697489"/>
                <a:gd name="connsiteX13-5099" fmla="*/ 160388 w 2368813"/>
                <a:gd name="connsiteY13-5100" fmla="*/ 0 h 697489"/>
                <a:gd name="connsiteX0-5101" fmla="*/ 1638511 w 2368813"/>
                <a:gd name="connsiteY0-5102" fmla="*/ 496144 h 697489"/>
                <a:gd name="connsiteX1-5103" fmla="*/ 516096 w 2368813"/>
                <a:gd name="connsiteY1-5104" fmla="*/ 546511 h 697489"/>
                <a:gd name="connsiteX2-5105" fmla="*/ 1638511 w 2368813"/>
                <a:gd name="connsiteY2-5106" fmla="*/ 496144 h 697489"/>
                <a:gd name="connsiteX3-5107" fmla="*/ 160388 w 2368813"/>
                <a:gd name="connsiteY3-5108" fmla="*/ 0 h 697489"/>
                <a:gd name="connsiteX4-5109" fmla="*/ 2239933 w 2368813"/>
                <a:gd name="connsiteY4-5110" fmla="*/ 2277 h 697489"/>
                <a:gd name="connsiteX5-5111" fmla="*/ 2368813 w 2368813"/>
                <a:gd name="connsiteY5-5112" fmla="*/ 75405 h 697489"/>
                <a:gd name="connsiteX6-5113" fmla="*/ 2170848 w 2368813"/>
                <a:gd name="connsiteY6-5114" fmla="*/ 76306 h 697489"/>
                <a:gd name="connsiteX7-5115" fmla="*/ 1995590 w 2368813"/>
                <a:gd name="connsiteY7-5116" fmla="*/ 433477 h 697489"/>
                <a:gd name="connsiteX8-5117" fmla="*/ 1249388 w 2368813"/>
                <a:gd name="connsiteY8-5118" fmla="*/ 697489 h 697489"/>
                <a:gd name="connsiteX9-5119" fmla="*/ 468380 w 2368813"/>
                <a:gd name="connsiteY9-5120" fmla="*/ 449780 h 697489"/>
                <a:gd name="connsiteX10-5121" fmla="*/ 141858 w 2368813"/>
                <a:gd name="connsiteY10-5122" fmla="*/ 78243 h 697489"/>
                <a:gd name="connsiteX11-5123" fmla="*/ 0 w 2368813"/>
                <a:gd name="connsiteY11-5124" fmla="*/ 67656 h 697489"/>
                <a:gd name="connsiteX12-5125" fmla="*/ 133489 w 2368813"/>
                <a:gd name="connsiteY12-5126" fmla="*/ 2277 h 697489"/>
                <a:gd name="connsiteX13-5127" fmla="*/ 160388 w 2368813"/>
                <a:gd name="connsiteY13-5128" fmla="*/ 0 h 697489"/>
                <a:gd name="connsiteX0-5129" fmla="*/ 1638511 w 2368813"/>
                <a:gd name="connsiteY0-5130" fmla="*/ 496144 h 697489"/>
                <a:gd name="connsiteX1-5131" fmla="*/ 516096 w 2368813"/>
                <a:gd name="connsiteY1-5132" fmla="*/ 546511 h 697489"/>
                <a:gd name="connsiteX2-5133" fmla="*/ 1638511 w 2368813"/>
                <a:gd name="connsiteY2-5134" fmla="*/ 496144 h 697489"/>
                <a:gd name="connsiteX3-5135" fmla="*/ 160388 w 2368813"/>
                <a:gd name="connsiteY3-5136" fmla="*/ 0 h 697489"/>
                <a:gd name="connsiteX4-5137" fmla="*/ 2239933 w 2368813"/>
                <a:gd name="connsiteY4-5138" fmla="*/ 2277 h 697489"/>
                <a:gd name="connsiteX5-5139" fmla="*/ 2368813 w 2368813"/>
                <a:gd name="connsiteY5-5140" fmla="*/ 75405 h 697489"/>
                <a:gd name="connsiteX6-5141" fmla="*/ 2170848 w 2368813"/>
                <a:gd name="connsiteY6-5142" fmla="*/ 76306 h 697489"/>
                <a:gd name="connsiteX7-5143" fmla="*/ 1995590 w 2368813"/>
                <a:gd name="connsiteY7-5144" fmla="*/ 433477 h 697489"/>
                <a:gd name="connsiteX8-5145" fmla="*/ 1249388 w 2368813"/>
                <a:gd name="connsiteY8-5146" fmla="*/ 697489 h 697489"/>
                <a:gd name="connsiteX9-5147" fmla="*/ 468380 w 2368813"/>
                <a:gd name="connsiteY9-5148" fmla="*/ 449780 h 697489"/>
                <a:gd name="connsiteX10-5149" fmla="*/ 141858 w 2368813"/>
                <a:gd name="connsiteY10-5150" fmla="*/ 78243 h 697489"/>
                <a:gd name="connsiteX11-5151" fmla="*/ 0 w 2368813"/>
                <a:gd name="connsiteY11-5152" fmla="*/ 67656 h 697489"/>
                <a:gd name="connsiteX12-5153" fmla="*/ 133489 w 2368813"/>
                <a:gd name="connsiteY12-5154" fmla="*/ 2277 h 697489"/>
                <a:gd name="connsiteX13-5155" fmla="*/ 160388 w 2368813"/>
                <a:gd name="connsiteY13-5156" fmla="*/ 0 h 697489"/>
                <a:gd name="connsiteX0-5157" fmla="*/ 1638511 w 2368813"/>
                <a:gd name="connsiteY0-5158" fmla="*/ 496144 h 697489"/>
                <a:gd name="connsiteX1-5159" fmla="*/ 516096 w 2368813"/>
                <a:gd name="connsiteY1-5160" fmla="*/ 546511 h 697489"/>
                <a:gd name="connsiteX2-5161" fmla="*/ 1638511 w 2368813"/>
                <a:gd name="connsiteY2-5162" fmla="*/ 496144 h 697489"/>
                <a:gd name="connsiteX3-5163" fmla="*/ 160388 w 2368813"/>
                <a:gd name="connsiteY3-5164" fmla="*/ 0 h 697489"/>
                <a:gd name="connsiteX4-5165" fmla="*/ 2239933 w 2368813"/>
                <a:gd name="connsiteY4-5166" fmla="*/ 2277 h 697489"/>
                <a:gd name="connsiteX5-5167" fmla="*/ 2368813 w 2368813"/>
                <a:gd name="connsiteY5-5168" fmla="*/ 75405 h 697489"/>
                <a:gd name="connsiteX6-5169" fmla="*/ 2170848 w 2368813"/>
                <a:gd name="connsiteY6-5170" fmla="*/ 76306 h 697489"/>
                <a:gd name="connsiteX7-5171" fmla="*/ 1995590 w 2368813"/>
                <a:gd name="connsiteY7-5172" fmla="*/ 433477 h 697489"/>
                <a:gd name="connsiteX8-5173" fmla="*/ 1249388 w 2368813"/>
                <a:gd name="connsiteY8-5174" fmla="*/ 697489 h 697489"/>
                <a:gd name="connsiteX9-5175" fmla="*/ 468380 w 2368813"/>
                <a:gd name="connsiteY9-5176" fmla="*/ 449780 h 697489"/>
                <a:gd name="connsiteX10-5177" fmla="*/ 141858 w 2368813"/>
                <a:gd name="connsiteY10-5178" fmla="*/ 78243 h 697489"/>
                <a:gd name="connsiteX11-5179" fmla="*/ 0 w 2368813"/>
                <a:gd name="connsiteY11-5180" fmla="*/ 67656 h 697489"/>
                <a:gd name="connsiteX12-5181" fmla="*/ 133489 w 2368813"/>
                <a:gd name="connsiteY12-5182" fmla="*/ 2277 h 697489"/>
                <a:gd name="connsiteX13-5183" fmla="*/ 160388 w 2368813"/>
                <a:gd name="connsiteY13-5184" fmla="*/ 0 h 697489"/>
                <a:gd name="connsiteX0-5185" fmla="*/ 1638511 w 2368813"/>
                <a:gd name="connsiteY0-5186" fmla="*/ 496144 h 697489"/>
                <a:gd name="connsiteX1-5187" fmla="*/ 516096 w 2368813"/>
                <a:gd name="connsiteY1-5188" fmla="*/ 546511 h 697489"/>
                <a:gd name="connsiteX2-5189" fmla="*/ 1638511 w 2368813"/>
                <a:gd name="connsiteY2-5190" fmla="*/ 496144 h 697489"/>
                <a:gd name="connsiteX3-5191" fmla="*/ 160388 w 2368813"/>
                <a:gd name="connsiteY3-5192" fmla="*/ 0 h 697489"/>
                <a:gd name="connsiteX4-5193" fmla="*/ 2239933 w 2368813"/>
                <a:gd name="connsiteY4-5194" fmla="*/ 2277 h 697489"/>
                <a:gd name="connsiteX5-5195" fmla="*/ 2368813 w 2368813"/>
                <a:gd name="connsiteY5-5196" fmla="*/ 75405 h 697489"/>
                <a:gd name="connsiteX6-5197" fmla="*/ 2170848 w 2368813"/>
                <a:gd name="connsiteY6-5198" fmla="*/ 76306 h 697489"/>
                <a:gd name="connsiteX7-5199" fmla="*/ 1995590 w 2368813"/>
                <a:gd name="connsiteY7-5200" fmla="*/ 433477 h 697489"/>
                <a:gd name="connsiteX8-5201" fmla="*/ 1249388 w 2368813"/>
                <a:gd name="connsiteY8-5202" fmla="*/ 697489 h 697489"/>
                <a:gd name="connsiteX9-5203" fmla="*/ 468380 w 2368813"/>
                <a:gd name="connsiteY9-5204" fmla="*/ 449780 h 697489"/>
                <a:gd name="connsiteX10-5205" fmla="*/ 141858 w 2368813"/>
                <a:gd name="connsiteY10-5206" fmla="*/ 78243 h 697489"/>
                <a:gd name="connsiteX11-5207" fmla="*/ 0 w 2368813"/>
                <a:gd name="connsiteY11-5208" fmla="*/ 67656 h 697489"/>
                <a:gd name="connsiteX12-5209" fmla="*/ 133489 w 2368813"/>
                <a:gd name="connsiteY12-5210" fmla="*/ 2277 h 697489"/>
                <a:gd name="connsiteX13-5211" fmla="*/ 160388 w 2368813"/>
                <a:gd name="connsiteY13-5212" fmla="*/ 0 h 697489"/>
                <a:gd name="connsiteX0-5213" fmla="*/ 1638511 w 2368813"/>
                <a:gd name="connsiteY0-5214" fmla="*/ 496144 h 697489"/>
                <a:gd name="connsiteX1-5215" fmla="*/ 516096 w 2368813"/>
                <a:gd name="connsiteY1-5216" fmla="*/ 546511 h 697489"/>
                <a:gd name="connsiteX2-5217" fmla="*/ 1638511 w 2368813"/>
                <a:gd name="connsiteY2-5218" fmla="*/ 496144 h 697489"/>
                <a:gd name="connsiteX3-5219" fmla="*/ 160388 w 2368813"/>
                <a:gd name="connsiteY3-5220" fmla="*/ 0 h 697489"/>
                <a:gd name="connsiteX4-5221" fmla="*/ 2239933 w 2368813"/>
                <a:gd name="connsiteY4-5222" fmla="*/ 2277 h 697489"/>
                <a:gd name="connsiteX5-5223" fmla="*/ 2368813 w 2368813"/>
                <a:gd name="connsiteY5-5224" fmla="*/ 75405 h 697489"/>
                <a:gd name="connsiteX6-5225" fmla="*/ 2170848 w 2368813"/>
                <a:gd name="connsiteY6-5226" fmla="*/ 76306 h 697489"/>
                <a:gd name="connsiteX7-5227" fmla="*/ 1995590 w 2368813"/>
                <a:gd name="connsiteY7-5228" fmla="*/ 433477 h 697489"/>
                <a:gd name="connsiteX8-5229" fmla="*/ 1249388 w 2368813"/>
                <a:gd name="connsiteY8-5230" fmla="*/ 697489 h 697489"/>
                <a:gd name="connsiteX9-5231" fmla="*/ 468380 w 2368813"/>
                <a:gd name="connsiteY9-5232" fmla="*/ 449780 h 697489"/>
                <a:gd name="connsiteX10-5233" fmla="*/ 141858 w 2368813"/>
                <a:gd name="connsiteY10-5234" fmla="*/ 78243 h 697489"/>
                <a:gd name="connsiteX11-5235" fmla="*/ 0 w 2368813"/>
                <a:gd name="connsiteY11-5236" fmla="*/ 67656 h 697489"/>
                <a:gd name="connsiteX12-5237" fmla="*/ 133489 w 2368813"/>
                <a:gd name="connsiteY12-5238" fmla="*/ 2277 h 697489"/>
                <a:gd name="connsiteX13-5239" fmla="*/ 160388 w 2368813"/>
                <a:gd name="connsiteY13-5240" fmla="*/ 0 h 697489"/>
                <a:gd name="connsiteX0-5241" fmla="*/ 1638511 w 2368813"/>
                <a:gd name="connsiteY0-5242" fmla="*/ 496144 h 697489"/>
                <a:gd name="connsiteX1-5243" fmla="*/ 516096 w 2368813"/>
                <a:gd name="connsiteY1-5244" fmla="*/ 546511 h 697489"/>
                <a:gd name="connsiteX2-5245" fmla="*/ 1638511 w 2368813"/>
                <a:gd name="connsiteY2-5246" fmla="*/ 496144 h 697489"/>
                <a:gd name="connsiteX3-5247" fmla="*/ 160388 w 2368813"/>
                <a:gd name="connsiteY3-5248" fmla="*/ 0 h 697489"/>
                <a:gd name="connsiteX4-5249" fmla="*/ 2239933 w 2368813"/>
                <a:gd name="connsiteY4-5250" fmla="*/ 2277 h 697489"/>
                <a:gd name="connsiteX5-5251" fmla="*/ 2368813 w 2368813"/>
                <a:gd name="connsiteY5-5252" fmla="*/ 75405 h 697489"/>
                <a:gd name="connsiteX6-5253" fmla="*/ 2170848 w 2368813"/>
                <a:gd name="connsiteY6-5254" fmla="*/ 76306 h 697489"/>
                <a:gd name="connsiteX7-5255" fmla="*/ 1995590 w 2368813"/>
                <a:gd name="connsiteY7-5256" fmla="*/ 433477 h 697489"/>
                <a:gd name="connsiteX8-5257" fmla="*/ 1249388 w 2368813"/>
                <a:gd name="connsiteY8-5258" fmla="*/ 697489 h 697489"/>
                <a:gd name="connsiteX9-5259" fmla="*/ 468380 w 2368813"/>
                <a:gd name="connsiteY9-5260" fmla="*/ 449780 h 697489"/>
                <a:gd name="connsiteX10-5261" fmla="*/ 141858 w 2368813"/>
                <a:gd name="connsiteY10-5262" fmla="*/ 78243 h 697489"/>
                <a:gd name="connsiteX11-5263" fmla="*/ 0 w 2368813"/>
                <a:gd name="connsiteY11-5264" fmla="*/ 67656 h 697489"/>
                <a:gd name="connsiteX12-5265" fmla="*/ 133489 w 2368813"/>
                <a:gd name="connsiteY12-5266" fmla="*/ 2277 h 697489"/>
                <a:gd name="connsiteX13-5267" fmla="*/ 160388 w 2368813"/>
                <a:gd name="connsiteY13-5268" fmla="*/ 0 h 697489"/>
                <a:gd name="connsiteX0-5269" fmla="*/ 1638511 w 2368813"/>
                <a:gd name="connsiteY0-5270" fmla="*/ 496144 h 697489"/>
                <a:gd name="connsiteX1-5271" fmla="*/ 516096 w 2368813"/>
                <a:gd name="connsiteY1-5272" fmla="*/ 546511 h 697489"/>
                <a:gd name="connsiteX2-5273" fmla="*/ 1638511 w 2368813"/>
                <a:gd name="connsiteY2-5274" fmla="*/ 496144 h 697489"/>
                <a:gd name="connsiteX3-5275" fmla="*/ 160388 w 2368813"/>
                <a:gd name="connsiteY3-5276" fmla="*/ 0 h 697489"/>
                <a:gd name="connsiteX4-5277" fmla="*/ 2239933 w 2368813"/>
                <a:gd name="connsiteY4-5278" fmla="*/ 2277 h 697489"/>
                <a:gd name="connsiteX5-5279" fmla="*/ 2368813 w 2368813"/>
                <a:gd name="connsiteY5-5280" fmla="*/ 75405 h 697489"/>
                <a:gd name="connsiteX6-5281" fmla="*/ 2170848 w 2368813"/>
                <a:gd name="connsiteY6-5282" fmla="*/ 76306 h 697489"/>
                <a:gd name="connsiteX7-5283" fmla="*/ 1995590 w 2368813"/>
                <a:gd name="connsiteY7-5284" fmla="*/ 433477 h 697489"/>
                <a:gd name="connsiteX8-5285" fmla="*/ 1249388 w 2368813"/>
                <a:gd name="connsiteY8-5286" fmla="*/ 697489 h 697489"/>
                <a:gd name="connsiteX9-5287" fmla="*/ 468380 w 2368813"/>
                <a:gd name="connsiteY9-5288" fmla="*/ 449780 h 697489"/>
                <a:gd name="connsiteX10-5289" fmla="*/ 141858 w 2368813"/>
                <a:gd name="connsiteY10-5290" fmla="*/ 78243 h 697489"/>
                <a:gd name="connsiteX11-5291" fmla="*/ 0 w 2368813"/>
                <a:gd name="connsiteY11-5292" fmla="*/ 67656 h 697489"/>
                <a:gd name="connsiteX12-5293" fmla="*/ 133489 w 2368813"/>
                <a:gd name="connsiteY12-5294" fmla="*/ 2277 h 697489"/>
                <a:gd name="connsiteX13-5295" fmla="*/ 160388 w 2368813"/>
                <a:gd name="connsiteY13-5296" fmla="*/ 0 h 697489"/>
                <a:gd name="connsiteX0-5297" fmla="*/ 1638511 w 2368813"/>
                <a:gd name="connsiteY0-5298" fmla="*/ 496144 h 697489"/>
                <a:gd name="connsiteX1-5299" fmla="*/ 516096 w 2368813"/>
                <a:gd name="connsiteY1-5300" fmla="*/ 546511 h 697489"/>
                <a:gd name="connsiteX2-5301" fmla="*/ 1638511 w 2368813"/>
                <a:gd name="connsiteY2-5302" fmla="*/ 496144 h 697489"/>
                <a:gd name="connsiteX3-5303" fmla="*/ 160388 w 2368813"/>
                <a:gd name="connsiteY3-5304" fmla="*/ 0 h 697489"/>
                <a:gd name="connsiteX4-5305" fmla="*/ 2239933 w 2368813"/>
                <a:gd name="connsiteY4-5306" fmla="*/ 2277 h 697489"/>
                <a:gd name="connsiteX5-5307" fmla="*/ 2368813 w 2368813"/>
                <a:gd name="connsiteY5-5308" fmla="*/ 75405 h 697489"/>
                <a:gd name="connsiteX6-5309" fmla="*/ 2250275 w 2368813"/>
                <a:gd name="connsiteY6-5310" fmla="*/ 76306 h 697489"/>
                <a:gd name="connsiteX7-5311" fmla="*/ 1995590 w 2368813"/>
                <a:gd name="connsiteY7-5312" fmla="*/ 433477 h 697489"/>
                <a:gd name="connsiteX8-5313" fmla="*/ 1249388 w 2368813"/>
                <a:gd name="connsiteY8-5314" fmla="*/ 697489 h 697489"/>
                <a:gd name="connsiteX9-5315" fmla="*/ 468380 w 2368813"/>
                <a:gd name="connsiteY9-5316" fmla="*/ 449780 h 697489"/>
                <a:gd name="connsiteX10-5317" fmla="*/ 141858 w 2368813"/>
                <a:gd name="connsiteY10-5318" fmla="*/ 78243 h 697489"/>
                <a:gd name="connsiteX11-5319" fmla="*/ 0 w 2368813"/>
                <a:gd name="connsiteY11-5320" fmla="*/ 67656 h 697489"/>
                <a:gd name="connsiteX12-5321" fmla="*/ 133489 w 2368813"/>
                <a:gd name="connsiteY12-5322" fmla="*/ 2277 h 697489"/>
                <a:gd name="connsiteX13-5323" fmla="*/ 160388 w 2368813"/>
                <a:gd name="connsiteY13-5324" fmla="*/ 0 h 697489"/>
                <a:gd name="connsiteX0-5325" fmla="*/ 1638511 w 2368813"/>
                <a:gd name="connsiteY0-5326" fmla="*/ 496144 h 697489"/>
                <a:gd name="connsiteX1-5327" fmla="*/ 516096 w 2368813"/>
                <a:gd name="connsiteY1-5328" fmla="*/ 546511 h 697489"/>
                <a:gd name="connsiteX2-5329" fmla="*/ 1638511 w 2368813"/>
                <a:gd name="connsiteY2-5330" fmla="*/ 496144 h 697489"/>
                <a:gd name="connsiteX3-5331" fmla="*/ 160388 w 2368813"/>
                <a:gd name="connsiteY3-5332" fmla="*/ 0 h 697489"/>
                <a:gd name="connsiteX4-5333" fmla="*/ 2239933 w 2368813"/>
                <a:gd name="connsiteY4-5334" fmla="*/ 2277 h 697489"/>
                <a:gd name="connsiteX5-5335" fmla="*/ 2368813 w 2368813"/>
                <a:gd name="connsiteY5-5336" fmla="*/ 75405 h 697489"/>
                <a:gd name="connsiteX6-5337" fmla="*/ 2250275 w 2368813"/>
                <a:gd name="connsiteY6-5338" fmla="*/ 76306 h 697489"/>
                <a:gd name="connsiteX7-5339" fmla="*/ 1995590 w 2368813"/>
                <a:gd name="connsiteY7-5340" fmla="*/ 433477 h 697489"/>
                <a:gd name="connsiteX8-5341" fmla="*/ 1249388 w 2368813"/>
                <a:gd name="connsiteY8-5342" fmla="*/ 697489 h 697489"/>
                <a:gd name="connsiteX9-5343" fmla="*/ 468380 w 2368813"/>
                <a:gd name="connsiteY9-5344" fmla="*/ 449780 h 697489"/>
                <a:gd name="connsiteX10-5345" fmla="*/ 141858 w 2368813"/>
                <a:gd name="connsiteY10-5346" fmla="*/ 78243 h 697489"/>
                <a:gd name="connsiteX11-5347" fmla="*/ 0 w 2368813"/>
                <a:gd name="connsiteY11-5348" fmla="*/ 67656 h 697489"/>
                <a:gd name="connsiteX12-5349" fmla="*/ 133489 w 2368813"/>
                <a:gd name="connsiteY12-5350" fmla="*/ 2277 h 697489"/>
                <a:gd name="connsiteX13-5351" fmla="*/ 160388 w 2368813"/>
                <a:gd name="connsiteY13-5352" fmla="*/ 0 h 697489"/>
                <a:gd name="connsiteX0-5353" fmla="*/ 1638511 w 2368813"/>
                <a:gd name="connsiteY0-5354" fmla="*/ 496144 h 697489"/>
                <a:gd name="connsiteX1-5355" fmla="*/ 516096 w 2368813"/>
                <a:gd name="connsiteY1-5356" fmla="*/ 546511 h 697489"/>
                <a:gd name="connsiteX2-5357" fmla="*/ 1638511 w 2368813"/>
                <a:gd name="connsiteY2-5358" fmla="*/ 496144 h 697489"/>
                <a:gd name="connsiteX3-5359" fmla="*/ 160388 w 2368813"/>
                <a:gd name="connsiteY3-5360" fmla="*/ 0 h 697489"/>
                <a:gd name="connsiteX4-5361" fmla="*/ 2239933 w 2368813"/>
                <a:gd name="connsiteY4-5362" fmla="*/ 2277 h 697489"/>
                <a:gd name="connsiteX5-5363" fmla="*/ 2368813 w 2368813"/>
                <a:gd name="connsiteY5-5364" fmla="*/ 75405 h 697489"/>
                <a:gd name="connsiteX6-5365" fmla="*/ 2250275 w 2368813"/>
                <a:gd name="connsiteY6-5366" fmla="*/ 76306 h 697489"/>
                <a:gd name="connsiteX7-5367" fmla="*/ 1995590 w 2368813"/>
                <a:gd name="connsiteY7-5368" fmla="*/ 433477 h 697489"/>
                <a:gd name="connsiteX8-5369" fmla="*/ 1249388 w 2368813"/>
                <a:gd name="connsiteY8-5370" fmla="*/ 697489 h 697489"/>
                <a:gd name="connsiteX9-5371" fmla="*/ 468380 w 2368813"/>
                <a:gd name="connsiteY9-5372" fmla="*/ 449780 h 697489"/>
                <a:gd name="connsiteX10-5373" fmla="*/ 141858 w 2368813"/>
                <a:gd name="connsiteY10-5374" fmla="*/ 78243 h 697489"/>
                <a:gd name="connsiteX11-5375" fmla="*/ 0 w 2368813"/>
                <a:gd name="connsiteY11-5376" fmla="*/ 67656 h 697489"/>
                <a:gd name="connsiteX12-5377" fmla="*/ 133489 w 2368813"/>
                <a:gd name="connsiteY12-5378" fmla="*/ 2277 h 697489"/>
                <a:gd name="connsiteX13-5379" fmla="*/ 160388 w 2368813"/>
                <a:gd name="connsiteY13-5380" fmla="*/ 0 h 697489"/>
                <a:gd name="connsiteX0-5381" fmla="*/ 1638511 w 2368813"/>
                <a:gd name="connsiteY0-5382" fmla="*/ 496144 h 697489"/>
                <a:gd name="connsiteX1-5383" fmla="*/ 516096 w 2368813"/>
                <a:gd name="connsiteY1-5384" fmla="*/ 546511 h 697489"/>
                <a:gd name="connsiteX2-5385" fmla="*/ 1638511 w 2368813"/>
                <a:gd name="connsiteY2-5386" fmla="*/ 496144 h 697489"/>
                <a:gd name="connsiteX3-5387" fmla="*/ 160388 w 2368813"/>
                <a:gd name="connsiteY3-5388" fmla="*/ 0 h 697489"/>
                <a:gd name="connsiteX4-5389" fmla="*/ 2239933 w 2368813"/>
                <a:gd name="connsiteY4-5390" fmla="*/ 2277 h 697489"/>
                <a:gd name="connsiteX5-5391" fmla="*/ 2368813 w 2368813"/>
                <a:gd name="connsiteY5-5392" fmla="*/ 75405 h 697489"/>
                <a:gd name="connsiteX6-5393" fmla="*/ 2250275 w 2368813"/>
                <a:gd name="connsiteY6-5394" fmla="*/ 76306 h 697489"/>
                <a:gd name="connsiteX7-5395" fmla="*/ 1995590 w 2368813"/>
                <a:gd name="connsiteY7-5396" fmla="*/ 433477 h 697489"/>
                <a:gd name="connsiteX8-5397" fmla="*/ 1249388 w 2368813"/>
                <a:gd name="connsiteY8-5398" fmla="*/ 697489 h 697489"/>
                <a:gd name="connsiteX9-5399" fmla="*/ 468380 w 2368813"/>
                <a:gd name="connsiteY9-5400" fmla="*/ 449780 h 697489"/>
                <a:gd name="connsiteX10-5401" fmla="*/ 141858 w 2368813"/>
                <a:gd name="connsiteY10-5402" fmla="*/ 78243 h 697489"/>
                <a:gd name="connsiteX11-5403" fmla="*/ 0 w 2368813"/>
                <a:gd name="connsiteY11-5404" fmla="*/ 67656 h 697489"/>
                <a:gd name="connsiteX12-5405" fmla="*/ 133489 w 2368813"/>
                <a:gd name="connsiteY12-5406" fmla="*/ 2277 h 697489"/>
                <a:gd name="connsiteX13-5407" fmla="*/ 160388 w 2368813"/>
                <a:gd name="connsiteY13-5408" fmla="*/ 0 h 697489"/>
                <a:gd name="connsiteX0-5409" fmla="*/ 1638511 w 2368813"/>
                <a:gd name="connsiteY0-5410" fmla="*/ 496144 h 697489"/>
                <a:gd name="connsiteX1-5411" fmla="*/ 516096 w 2368813"/>
                <a:gd name="connsiteY1-5412" fmla="*/ 546511 h 697489"/>
                <a:gd name="connsiteX2-5413" fmla="*/ 1638511 w 2368813"/>
                <a:gd name="connsiteY2-5414" fmla="*/ 496144 h 697489"/>
                <a:gd name="connsiteX3-5415" fmla="*/ 160388 w 2368813"/>
                <a:gd name="connsiteY3-5416" fmla="*/ 0 h 697489"/>
                <a:gd name="connsiteX4-5417" fmla="*/ 2239933 w 2368813"/>
                <a:gd name="connsiteY4-5418" fmla="*/ 2277 h 697489"/>
                <a:gd name="connsiteX5-5419" fmla="*/ 2368813 w 2368813"/>
                <a:gd name="connsiteY5-5420" fmla="*/ 75405 h 697489"/>
                <a:gd name="connsiteX6-5421" fmla="*/ 2208556 w 2368813"/>
                <a:gd name="connsiteY6-5422" fmla="*/ 76306 h 697489"/>
                <a:gd name="connsiteX7-5423" fmla="*/ 1995590 w 2368813"/>
                <a:gd name="connsiteY7-5424" fmla="*/ 433477 h 697489"/>
                <a:gd name="connsiteX8-5425" fmla="*/ 1249388 w 2368813"/>
                <a:gd name="connsiteY8-5426" fmla="*/ 697489 h 697489"/>
                <a:gd name="connsiteX9-5427" fmla="*/ 468380 w 2368813"/>
                <a:gd name="connsiteY9-5428" fmla="*/ 449780 h 697489"/>
                <a:gd name="connsiteX10-5429" fmla="*/ 141858 w 2368813"/>
                <a:gd name="connsiteY10-5430" fmla="*/ 78243 h 697489"/>
                <a:gd name="connsiteX11-5431" fmla="*/ 0 w 2368813"/>
                <a:gd name="connsiteY11-5432" fmla="*/ 67656 h 697489"/>
                <a:gd name="connsiteX12-5433" fmla="*/ 133489 w 2368813"/>
                <a:gd name="connsiteY12-5434" fmla="*/ 2277 h 697489"/>
                <a:gd name="connsiteX13-5435" fmla="*/ 160388 w 2368813"/>
                <a:gd name="connsiteY13-5436" fmla="*/ 0 h 697489"/>
                <a:gd name="connsiteX0-5437" fmla="*/ 1638511 w 2368813"/>
                <a:gd name="connsiteY0-5438" fmla="*/ 496144 h 697489"/>
                <a:gd name="connsiteX1-5439" fmla="*/ 516096 w 2368813"/>
                <a:gd name="connsiteY1-5440" fmla="*/ 546511 h 697489"/>
                <a:gd name="connsiteX2-5441" fmla="*/ 1638511 w 2368813"/>
                <a:gd name="connsiteY2-5442" fmla="*/ 496144 h 697489"/>
                <a:gd name="connsiteX3-5443" fmla="*/ 160388 w 2368813"/>
                <a:gd name="connsiteY3-5444" fmla="*/ 0 h 697489"/>
                <a:gd name="connsiteX4-5445" fmla="*/ 2239933 w 2368813"/>
                <a:gd name="connsiteY4-5446" fmla="*/ 2277 h 697489"/>
                <a:gd name="connsiteX5-5447" fmla="*/ 2368813 w 2368813"/>
                <a:gd name="connsiteY5-5448" fmla="*/ 75405 h 697489"/>
                <a:gd name="connsiteX6-5449" fmla="*/ 2208556 w 2368813"/>
                <a:gd name="connsiteY6-5450" fmla="*/ 76306 h 697489"/>
                <a:gd name="connsiteX7-5451" fmla="*/ 1995590 w 2368813"/>
                <a:gd name="connsiteY7-5452" fmla="*/ 433477 h 697489"/>
                <a:gd name="connsiteX8-5453" fmla="*/ 1249388 w 2368813"/>
                <a:gd name="connsiteY8-5454" fmla="*/ 697489 h 697489"/>
                <a:gd name="connsiteX9-5455" fmla="*/ 468380 w 2368813"/>
                <a:gd name="connsiteY9-5456" fmla="*/ 449780 h 697489"/>
                <a:gd name="connsiteX10-5457" fmla="*/ 141858 w 2368813"/>
                <a:gd name="connsiteY10-5458" fmla="*/ 78243 h 697489"/>
                <a:gd name="connsiteX11-5459" fmla="*/ 0 w 2368813"/>
                <a:gd name="connsiteY11-5460" fmla="*/ 67656 h 697489"/>
                <a:gd name="connsiteX12-5461" fmla="*/ 133489 w 2368813"/>
                <a:gd name="connsiteY12-5462" fmla="*/ 2277 h 697489"/>
                <a:gd name="connsiteX13-5463" fmla="*/ 160388 w 2368813"/>
                <a:gd name="connsiteY13-5464" fmla="*/ 0 h 697489"/>
                <a:gd name="connsiteX0-5465" fmla="*/ 1638511 w 2368813"/>
                <a:gd name="connsiteY0-5466" fmla="*/ 493867 h 695212"/>
                <a:gd name="connsiteX1-5467" fmla="*/ 516096 w 2368813"/>
                <a:gd name="connsiteY1-5468" fmla="*/ 544234 h 695212"/>
                <a:gd name="connsiteX2-5469" fmla="*/ 1638511 w 2368813"/>
                <a:gd name="connsiteY2-5470" fmla="*/ 493867 h 695212"/>
                <a:gd name="connsiteX3-5471" fmla="*/ 133489 w 2368813"/>
                <a:gd name="connsiteY3-5472" fmla="*/ 0 h 695212"/>
                <a:gd name="connsiteX4-5473" fmla="*/ 2239933 w 2368813"/>
                <a:gd name="connsiteY4-5474" fmla="*/ 0 h 695212"/>
                <a:gd name="connsiteX5-5475" fmla="*/ 2368813 w 2368813"/>
                <a:gd name="connsiteY5-5476" fmla="*/ 73128 h 695212"/>
                <a:gd name="connsiteX6-5477" fmla="*/ 2208556 w 2368813"/>
                <a:gd name="connsiteY6-5478" fmla="*/ 74029 h 695212"/>
                <a:gd name="connsiteX7-5479" fmla="*/ 1995590 w 2368813"/>
                <a:gd name="connsiteY7-5480" fmla="*/ 431200 h 695212"/>
                <a:gd name="connsiteX8-5481" fmla="*/ 1249388 w 2368813"/>
                <a:gd name="connsiteY8-5482" fmla="*/ 695212 h 695212"/>
                <a:gd name="connsiteX9-5483" fmla="*/ 468380 w 2368813"/>
                <a:gd name="connsiteY9-5484" fmla="*/ 447503 h 695212"/>
                <a:gd name="connsiteX10-5485" fmla="*/ 141858 w 2368813"/>
                <a:gd name="connsiteY10-5486" fmla="*/ 75966 h 695212"/>
                <a:gd name="connsiteX11-5487" fmla="*/ 0 w 2368813"/>
                <a:gd name="connsiteY11-5488" fmla="*/ 65379 h 695212"/>
                <a:gd name="connsiteX12-5489" fmla="*/ 133489 w 2368813"/>
                <a:gd name="connsiteY12-5490" fmla="*/ 0 h 695212"/>
                <a:gd name="connsiteX0-5491" fmla="*/ 133489 w 2368813"/>
                <a:gd name="connsiteY0-5492" fmla="*/ 0 h 695212"/>
                <a:gd name="connsiteX1-5493" fmla="*/ 2239933 w 2368813"/>
                <a:gd name="connsiteY1-5494" fmla="*/ 0 h 695212"/>
                <a:gd name="connsiteX2-5495" fmla="*/ 2368813 w 2368813"/>
                <a:gd name="connsiteY2-5496" fmla="*/ 73128 h 695212"/>
                <a:gd name="connsiteX3-5497" fmla="*/ 2208556 w 2368813"/>
                <a:gd name="connsiteY3-5498" fmla="*/ 74029 h 695212"/>
                <a:gd name="connsiteX4-5499" fmla="*/ 1995590 w 2368813"/>
                <a:gd name="connsiteY4-5500" fmla="*/ 431200 h 695212"/>
                <a:gd name="connsiteX5-5501" fmla="*/ 1249388 w 2368813"/>
                <a:gd name="connsiteY5-5502" fmla="*/ 695212 h 695212"/>
                <a:gd name="connsiteX6-5503" fmla="*/ 468380 w 2368813"/>
                <a:gd name="connsiteY6-5504" fmla="*/ 447503 h 695212"/>
                <a:gd name="connsiteX7-5505" fmla="*/ 141858 w 2368813"/>
                <a:gd name="connsiteY7-5506" fmla="*/ 75966 h 695212"/>
                <a:gd name="connsiteX8-5507" fmla="*/ 0 w 2368813"/>
                <a:gd name="connsiteY8-5508" fmla="*/ 65379 h 695212"/>
                <a:gd name="connsiteX9-5509" fmla="*/ 133489 w 2368813"/>
                <a:gd name="connsiteY9-5510" fmla="*/ 0 h 695212"/>
                <a:gd name="connsiteX0-5511" fmla="*/ 133489 w 2376034"/>
                <a:gd name="connsiteY0-5512" fmla="*/ 0 h 695212"/>
                <a:gd name="connsiteX1-5513" fmla="*/ 2239933 w 2376034"/>
                <a:gd name="connsiteY1-5514" fmla="*/ 0 h 695212"/>
                <a:gd name="connsiteX2-5515" fmla="*/ 2376034 w 2376034"/>
                <a:gd name="connsiteY2-5516" fmla="*/ 69254 h 695212"/>
                <a:gd name="connsiteX3-5517" fmla="*/ 2208556 w 2376034"/>
                <a:gd name="connsiteY3-5518" fmla="*/ 74029 h 695212"/>
                <a:gd name="connsiteX4-5519" fmla="*/ 1995590 w 2376034"/>
                <a:gd name="connsiteY4-5520" fmla="*/ 431200 h 695212"/>
                <a:gd name="connsiteX5-5521" fmla="*/ 1249388 w 2376034"/>
                <a:gd name="connsiteY5-5522" fmla="*/ 695212 h 695212"/>
                <a:gd name="connsiteX6-5523" fmla="*/ 468380 w 2376034"/>
                <a:gd name="connsiteY6-5524" fmla="*/ 447503 h 695212"/>
                <a:gd name="connsiteX7-5525" fmla="*/ 141858 w 2376034"/>
                <a:gd name="connsiteY7-5526" fmla="*/ 75966 h 695212"/>
                <a:gd name="connsiteX8-5527" fmla="*/ 0 w 2376034"/>
                <a:gd name="connsiteY8-5528" fmla="*/ 65379 h 695212"/>
                <a:gd name="connsiteX9-5529" fmla="*/ 133489 w 2376034"/>
                <a:gd name="connsiteY9-5530" fmla="*/ 0 h 695212"/>
                <a:gd name="connsiteX0-5531" fmla="*/ 133489 w 2356779"/>
                <a:gd name="connsiteY0-5532" fmla="*/ 0 h 695212"/>
                <a:gd name="connsiteX1-5533" fmla="*/ 2239933 w 2356779"/>
                <a:gd name="connsiteY1-5534" fmla="*/ 0 h 695212"/>
                <a:gd name="connsiteX2-5535" fmla="*/ 2356779 w 2356779"/>
                <a:gd name="connsiteY2-5536" fmla="*/ 73128 h 695212"/>
                <a:gd name="connsiteX3-5537" fmla="*/ 2208556 w 2356779"/>
                <a:gd name="connsiteY3-5538" fmla="*/ 74029 h 695212"/>
                <a:gd name="connsiteX4-5539" fmla="*/ 1995590 w 2356779"/>
                <a:gd name="connsiteY4-5540" fmla="*/ 431200 h 695212"/>
                <a:gd name="connsiteX5-5541" fmla="*/ 1249388 w 2356779"/>
                <a:gd name="connsiteY5-5542" fmla="*/ 695212 h 695212"/>
                <a:gd name="connsiteX6-5543" fmla="*/ 468380 w 2356779"/>
                <a:gd name="connsiteY6-5544" fmla="*/ 447503 h 695212"/>
                <a:gd name="connsiteX7-5545" fmla="*/ 141858 w 2356779"/>
                <a:gd name="connsiteY7-5546" fmla="*/ 75966 h 695212"/>
                <a:gd name="connsiteX8-5547" fmla="*/ 0 w 2356779"/>
                <a:gd name="connsiteY8-5548" fmla="*/ 65379 h 695212"/>
                <a:gd name="connsiteX9-5549" fmla="*/ 133489 w 2356779"/>
                <a:gd name="connsiteY9-5550" fmla="*/ 0 h 695212"/>
                <a:gd name="connsiteX0-5551" fmla="*/ 133489 w 2356779"/>
                <a:gd name="connsiteY0-5552" fmla="*/ 0 h 695212"/>
                <a:gd name="connsiteX1-5553" fmla="*/ 2239933 w 2356779"/>
                <a:gd name="connsiteY1-5554" fmla="*/ 0 h 695212"/>
                <a:gd name="connsiteX2-5555" fmla="*/ 2356779 w 2356779"/>
                <a:gd name="connsiteY2-5556" fmla="*/ 73128 h 695212"/>
                <a:gd name="connsiteX3-5557" fmla="*/ 2208556 w 2356779"/>
                <a:gd name="connsiteY3-5558" fmla="*/ 74029 h 695212"/>
                <a:gd name="connsiteX4-5559" fmla="*/ 1995590 w 2356779"/>
                <a:gd name="connsiteY4-5560" fmla="*/ 451863 h 695212"/>
                <a:gd name="connsiteX5-5561" fmla="*/ 1249388 w 2356779"/>
                <a:gd name="connsiteY5-5562" fmla="*/ 695212 h 695212"/>
                <a:gd name="connsiteX6-5563" fmla="*/ 468380 w 2356779"/>
                <a:gd name="connsiteY6-5564" fmla="*/ 447503 h 695212"/>
                <a:gd name="connsiteX7-5565" fmla="*/ 141858 w 2356779"/>
                <a:gd name="connsiteY7-5566" fmla="*/ 75966 h 695212"/>
                <a:gd name="connsiteX8-5567" fmla="*/ 0 w 2356779"/>
                <a:gd name="connsiteY8-5568" fmla="*/ 65379 h 695212"/>
                <a:gd name="connsiteX9-5569" fmla="*/ 133489 w 2356779"/>
                <a:gd name="connsiteY9-5570" fmla="*/ 0 h 695212"/>
                <a:gd name="connsiteX0-5571" fmla="*/ 133489 w 2356779"/>
                <a:gd name="connsiteY0-5572" fmla="*/ 0 h 695212"/>
                <a:gd name="connsiteX1-5573" fmla="*/ 2239933 w 2356779"/>
                <a:gd name="connsiteY1-5574" fmla="*/ 0 h 695212"/>
                <a:gd name="connsiteX2-5575" fmla="*/ 2356779 w 2356779"/>
                <a:gd name="connsiteY2-5576" fmla="*/ 73128 h 695212"/>
                <a:gd name="connsiteX3-5577" fmla="*/ 2208556 w 2356779"/>
                <a:gd name="connsiteY3-5578" fmla="*/ 74029 h 695212"/>
                <a:gd name="connsiteX4-5579" fmla="*/ 1995590 w 2356779"/>
                <a:gd name="connsiteY4-5580" fmla="*/ 451863 h 695212"/>
                <a:gd name="connsiteX5-5581" fmla="*/ 1249388 w 2356779"/>
                <a:gd name="connsiteY5-5582" fmla="*/ 695212 h 695212"/>
                <a:gd name="connsiteX6-5583" fmla="*/ 468380 w 2356779"/>
                <a:gd name="connsiteY6-5584" fmla="*/ 447503 h 695212"/>
                <a:gd name="connsiteX7-5585" fmla="*/ 141858 w 2356779"/>
                <a:gd name="connsiteY7-5586" fmla="*/ 75966 h 695212"/>
                <a:gd name="connsiteX8-5587" fmla="*/ 0 w 2356779"/>
                <a:gd name="connsiteY8-5588" fmla="*/ 65379 h 695212"/>
                <a:gd name="connsiteX9-5589" fmla="*/ 133489 w 2356779"/>
                <a:gd name="connsiteY9-5590" fmla="*/ 0 h 695212"/>
                <a:gd name="connsiteX0-5591" fmla="*/ 133489 w 2356779"/>
                <a:gd name="connsiteY0-5592" fmla="*/ 0 h 695212"/>
                <a:gd name="connsiteX1-5593" fmla="*/ 2239933 w 2356779"/>
                <a:gd name="connsiteY1-5594" fmla="*/ 0 h 695212"/>
                <a:gd name="connsiteX2-5595" fmla="*/ 2356779 w 2356779"/>
                <a:gd name="connsiteY2-5596" fmla="*/ 73128 h 695212"/>
                <a:gd name="connsiteX3-5597" fmla="*/ 2208556 w 2356779"/>
                <a:gd name="connsiteY3-5598" fmla="*/ 74029 h 695212"/>
                <a:gd name="connsiteX4-5599" fmla="*/ 1995590 w 2356779"/>
                <a:gd name="connsiteY4-5600" fmla="*/ 451863 h 695212"/>
                <a:gd name="connsiteX5-5601" fmla="*/ 1249388 w 2356779"/>
                <a:gd name="connsiteY5-5602" fmla="*/ 695212 h 695212"/>
                <a:gd name="connsiteX6-5603" fmla="*/ 468380 w 2356779"/>
                <a:gd name="connsiteY6-5604" fmla="*/ 447503 h 695212"/>
                <a:gd name="connsiteX7-5605" fmla="*/ 141858 w 2356779"/>
                <a:gd name="connsiteY7-5606" fmla="*/ 75966 h 695212"/>
                <a:gd name="connsiteX8-5607" fmla="*/ 0 w 2356779"/>
                <a:gd name="connsiteY8-5608" fmla="*/ 65379 h 695212"/>
                <a:gd name="connsiteX9-5609" fmla="*/ 133489 w 2356779"/>
                <a:gd name="connsiteY9-5610" fmla="*/ 0 h 695212"/>
                <a:gd name="connsiteX0-5611" fmla="*/ 133489 w 2356779"/>
                <a:gd name="connsiteY0-5612" fmla="*/ 1937 h 697149"/>
                <a:gd name="connsiteX1-5613" fmla="*/ 2201423 w 2356779"/>
                <a:gd name="connsiteY1-5614" fmla="*/ 0 h 697149"/>
                <a:gd name="connsiteX2-5615" fmla="*/ 2356779 w 2356779"/>
                <a:gd name="connsiteY2-5616" fmla="*/ 75065 h 697149"/>
                <a:gd name="connsiteX3-5617" fmla="*/ 2208556 w 2356779"/>
                <a:gd name="connsiteY3-5618" fmla="*/ 75966 h 697149"/>
                <a:gd name="connsiteX4-5619" fmla="*/ 1995590 w 2356779"/>
                <a:gd name="connsiteY4-5620" fmla="*/ 453800 h 697149"/>
                <a:gd name="connsiteX5-5621" fmla="*/ 1249388 w 2356779"/>
                <a:gd name="connsiteY5-5622" fmla="*/ 697149 h 697149"/>
                <a:gd name="connsiteX6-5623" fmla="*/ 468380 w 2356779"/>
                <a:gd name="connsiteY6-5624" fmla="*/ 449440 h 697149"/>
                <a:gd name="connsiteX7-5625" fmla="*/ 141858 w 2356779"/>
                <a:gd name="connsiteY7-5626" fmla="*/ 77903 h 697149"/>
                <a:gd name="connsiteX8-5627" fmla="*/ 0 w 2356779"/>
                <a:gd name="connsiteY8-5628" fmla="*/ 67316 h 697149"/>
                <a:gd name="connsiteX9-5629" fmla="*/ 133489 w 2356779"/>
                <a:gd name="connsiteY9-5630" fmla="*/ 1937 h 697149"/>
                <a:gd name="connsiteX0-5631" fmla="*/ 133489 w 2356779"/>
                <a:gd name="connsiteY0-5632" fmla="*/ 1937 h 697149"/>
                <a:gd name="connsiteX1-5633" fmla="*/ 2208644 w 2356779"/>
                <a:gd name="connsiteY1-5634" fmla="*/ 0 h 697149"/>
                <a:gd name="connsiteX2-5635" fmla="*/ 2356779 w 2356779"/>
                <a:gd name="connsiteY2-5636" fmla="*/ 75065 h 697149"/>
                <a:gd name="connsiteX3-5637" fmla="*/ 2208556 w 2356779"/>
                <a:gd name="connsiteY3-5638" fmla="*/ 75966 h 697149"/>
                <a:gd name="connsiteX4-5639" fmla="*/ 1995590 w 2356779"/>
                <a:gd name="connsiteY4-5640" fmla="*/ 453800 h 697149"/>
                <a:gd name="connsiteX5-5641" fmla="*/ 1249388 w 2356779"/>
                <a:gd name="connsiteY5-5642" fmla="*/ 697149 h 697149"/>
                <a:gd name="connsiteX6-5643" fmla="*/ 468380 w 2356779"/>
                <a:gd name="connsiteY6-5644" fmla="*/ 449440 h 697149"/>
                <a:gd name="connsiteX7-5645" fmla="*/ 141858 w 2356779"/>
                <a:gd name="connsiteY7-5646" fmla="*/ 77903 h 697149"/>
                <a:gd name="connsiteX8-5647" fmla="*/ 0 w 2356779"/>
                <a:gd name="connsiteY8-5648" fmla="*/ 67316 h 697149"/>
                <a:gd name="connsiteX9-5649" fmla="*/ 133489 w 2356779"/>
                <a:gd name="connsiteY9-5650" fmla="*/ 1937 h 697149"/>
                <a:gd name="connsiteX0-5651" fmla="*/ 133489 w 2356779"/>
                <a:gd name="connsiteY0-5652" fmla="*/ 1937 h 697149"/>
                <a:gd name="connsiteX1-5653" fmla="*/ 2208644 w 2356779"/>
                <a:gd name="connsiteY1-5654" fmla="*/ 0 h 697149"/>
                <a:gd name="connsiteX2-5655" fmla="*/ 2356779 w 2356779"/>
                <a:gd name="connsiteY2-5656" fmla="*/ 75065 h 697149"/>
                <a:gd name="connsiteX3-5657" fmla="*/ 2208556 w 2356779"/>
                <a:gd name="connsiteY3-5658" fmla="*/ 75966 h 697149"/>
                <a:gd name="connsiteX4-5659" fmla="*/ 1995590 w 2356779"/>
                <a:gd name="connsiteY4-5660" fmla="*/ 453800 h 697149"/>
                <a:gd name="connsiteX5-5661" fmla="*/ 1249388 w 2356779"/>
                <a:gd name="connsiteY5-5662" fmla="*/ 697149 h 697149"/>
                <a:gd name="connsiteX6-5663" fmla="*/ 468380 w 2356779"/>
                <a:gd name="connsiteY6-5664" fmla="*/ 449440 h 697149"/>
                <a:gd name="connsiteX7-5665" fmla="*/ 141858 w 2356779"/>
                <a:gd name="connsiteY7-5666" fmla="*/ 77903 h 697149"/>
                <a:gd name="connsiteX8-5667" fmla="*/ 0 w 2356779"/>
                <a:gd name="connsiteY8-5668" fmla="*/ 67316 h 697149"/>
                <a:gd name="connsiteX9-5669" fmla="*/ 133489 w 2356779"/>
                <a:gd name="connsiteY9-5670" fmla="*/ 1937 h 697149"/>
                <a:gd name="connsiteX0-5671" fmla="*/ 133489 w 2356779"/>
                <a:gd name="connsiteY0-5672" fmla="*/ 1937 h 697149"/>
                <a:gd name="connsiteX1-5673" fmla="*/ 2208644 w 2356779"/>
                <a:gd name="connsiteY1-5674" fmla="*/ 0 h 697149"/>
                <a:gd name="connsiteX2-5675" fmla="*/ 2356779 w 2356779"/>
                <a:gd name="connsiteY2-5676" fmla="*/ 75065 h 697149"/>
                <a:gd name="connsiteX3-5677" fmla="*/ 2208556 w 2356779"/>
                <a:gd name="connsiteY3-5678" fmla="*/ 75966 h 697149"/>
                <a:gd name="connsiteX4-5679" fmla="*/ 1995590 w 2356779"/>
                <a:gd name="connsiteY4-5680" fmla="*/ 453800 h 697149"/>
                <a:gd name="connsiteX5-5681" fmla="*/ 1249388 w 2356779"/>
                <a:gd name="connsiteY5-5682" fmla="*/ 697149 h 697149"/>
                <a:gd name="connsiteX6-5683" fmla="*/ 468380 w 2356779"/>
                <a:gd name="connsiteY6-5684" fmla="*/ 449440 h 697149"/>
                <a:gd name="connsiteX7-5685" fmla="*/ 141858 w 2356779"/>
                <a:gd name="connsiteY7-5686" fmla="*/ 77903 h 697149"/>
                <a:gd name="connsiteX8-5687" fmla="*/ 0 w 2356779"/>
                <a:gd name="connsiteY8-5688" fmla="*/ 67316 h 697149"/>
                <a:gd name="connsiteX9-5689" fmla="*/ 133489 w 2356779"/>
                <a:gd name="connsiteY9-5690" fmla="*/ 1937 h 697149"/>
                <a:gd name="connsiteX0-5691" fmla="*/ 133489 w 2356779"/>
                <a:gd name="connsiteY0-5692" fmla="*/ 1937 h 697149"/>
                <a:gd name="connsiteX1-5693" fmla="*/ 2208644 w 2356779"/>
                <a:gd name="connsiteY1-5694" fmla="*/ 0 h 697149"/>
                <a:gd name="connsiteX2-5695" fmla="*/ 2356779 w 2356779"/>
                <a:gd name="connsiteY2-5696" fmla="*/ 75065 h 697149"/>
                <a:gd name="connsiteX3-5697" fmla="*/ 2208556 w 2356779"/>
                <a:gd name="connsiteY3-5698" fmla="*/ 75966 h 697149"/>
                <a:gd name="connsiteX4-5699" fmla="*/ 1995590 w 2356779"/>
                <a:gd name="connsiteY4-5700" fmla="*/ 453800 h 697149"/>
                <a:gd name="connsiteX5-5701" fmla="*/ 1249388 w 2356779"/>
                <a:gd name="connsiteY5-5702" fmla="*/ 697149 h 697149"/>
                <a:gd name="connsiteX6-5703" fmla="*/ 468380 w 2356779"/>
                <a:gd name="connsiteY6-5704" fmla="*/ 449440 h 697149"/>
                <a:gd name="connsiteX7-5705" fmla="*/ 141858 w 2356779"/>
                <a:gd name="connsiteY7-5706" fmla="*/ 77903 h 697149"/>
                <a:gd name="connsiteX8-5707" fmla="*/ 0 w 2356779"/>
                <a:gd name="connsiteY8-5708" fmla="*/ 67316 h 697149"/>
                <a:gd name="connsiteX9-5709" fmla="*/ 133489 w 2356779"/>
                <a:gd name="connsiteY9-5710" fmla="*/ 1937 h 697149"/>
                <a:gd name="connsiteX0-5711" fmla="*/ 133489 w 2356779"/>
                <a:gd name="connsiteY0-5712" fmla="*/ 1937 h 697149"/>
                <a:gd name="connsiteX1-5713" fmla="*/ 2208644 w 2356779"/>
                <a:gd name="connsiteY1-5714" fmla="*/ 0 h 697149"/>
                <a:gd name="connsiteX2-5715" fmla="*/ 2356779 w 2356779"/>
                <a:gd name="connsiteY2-5716" fmla="*/ 75065 h 697149"/>
                <a:gd name="connsiteX3-5717" fmla="*/ 2208556 w 2356779"/>
                <a:gd name="connsiteY3-5718" fmla="*/ 75966 h 697149"/>
                <a:gd name="connsiteX4-5719" fmla="*/ 1995590 w 2356779"/>
                <a:gd name="connsiteY4-5720" fmla="*/ 453800 h 697149"/>
                <a:gd name="connsiteX5-5721" fmla="*/ 1249388 w 2356779"/>
                <a:gd name="connsiteY5-5722" fmla="*/ 697149 h 697149"/>
                <a:gd name="connsiteX6-5723" fmla="*/ 468380 w 2356779"/>
                <a:gd name="connsiteY6-5724" fmla="*/ 449440 h 697149"/>
                <a:gd name="connsiteX7-5725" fmla="*/ 141858 w 2356779"/>
                <a:gd name="connsiteY7-5726" fmla="*/ 77903 h 697149"/>
                <a:gd name="connsiteX8-5727" fmla="*/ 0 w 2356779"/>
                <a:gd name="connsiteY8-5728" fmla="*/ 67316 h 697149"/>
                <a:gd name="connsiteX9-5729" fmla="*/ 133489 w 2356779"/>
                <a:gd name="connsiteY9-5730" fmla="*/ 1937 h 697149"/>
                <a:gd name="connsiteX0-5731" fmla="*/ 133489 w 2356779"/>
                <a:gd name="connsiteY0-5732" fmla="*/ 1937 h 697149"/>
                <a:gd name="connsiteX1-5733" fmla="*/ 2208644 w 2356779"/>
                <a:gd name="connsiteY1-5734" fmla="*/ 0 h 697149"/>
                <a:gd name="connsiteX2-5735" fmla="*/ 2356779 w 2356779"/>
                <a:gd name="connsiteY2-5736" fmla="*/ 75065 h 697149"/>
                <a:gd name="connsiteX3-5737" fmla="*/ 2208556 w 2356779"/>
                <a:gd name="connsiteY3-5738" fmla="*/ 75966 h 697149"/>
                <a:gd name="connsiteX4-5739" fmla="*/ 1995590 w 2356779"/>
                <a:gd name="connsiteY4-5740" fmla="*/ 453800 h 697149"/>
                <a:gd name="connsiteX5-5741" fmla="*/ 1249388 w 2356779"/>
                <a:gd name="connsiteY5-5742" fmla="*/ 697149 h 697149"/>
                <a:gd name="connsiteX6-5743" fmla="*/ 468380 w 2356779"/>
                <a:gd name="connsiteY6-5744" fmla="*/ 449440 h 697149"/>
                <a:gd name="connsiteX7-5745" fmla="*/ 141858 w 2356779"/>
                <a:gd name="connsiteY7-5746" fmla="*/ 77903 h 697149"/>
                <a:gd name="connsiteX8-5747" fmla="*/ 0 w 2356779"/>
                <a:gd name="connsiteY8-5748" fmla="*/ 67316 h 697149"/>
                <a:gd name="connsiteX9-5749" fmla="*/ 133489 w 2356779"/>
                <a:gd name="connsiteY9-5750" fmla="*/ 1937 h 697149"/>
                <a:gd name="connsiteX0-5751" fmla="*/ 133489 w 2356779"/>
                <a:gd name="connsiteY0-5752" fmla="*/ 1937 h 697149"/>
                <a:gd name="connsiteX1-5753" fmla="*/ 2208644 w 2356779"/>
                <a:gd name="connsiteY1-5754" fmla="*/ 0 h 697149"/>
                <a:gd name="connsiteX2-5755" fmla="*/ 2356779 w 2356779"/>
                <a:gd name="connsiteY2-5756" fmla="*/ 75065 h 697149"/>
                <a:gd name="connsiteX3-5757" fmla="*/ 2208556 w 2356779"/>
                <a:gd name="connsiteY3-5758" fmla="*/ 75966 h 697149"/>
                <a:gd name="connsiteX4-5759" fmla="*/ 1995590 w 2356779"/>
                <a:gd name="connsiteY4-5760" fmla="*/ 453800 h 697149"/>
                <a:gd name="connsiteX5-5761" fmla="*/ 1249388 w 2356779"/>
                <a:gd name="connsiteY5-5762" fmla="*/ 697149 h 697149"/>
                <a:gd name="connsiteX6-5763" fmla="*/ 468380 w 2356779"/>
                <a:gd name="connsiteY6-5764" fmla="*/ 449440 h 697149"/>
                <a:gd name="connsiteX7-5765" fmla="*/ 141858 w 2356779"/>
                <a:gd name="connsiteY7-5766" fmla="*/ 77903 h 697149"/>
                <a:gd name="connsiteX8-5767" fmla="*/ 0 w 2356779"/>
                <a:gd name="connsiteY8-5768" fmla="*/ 74096 h 697149"/>
                <a:gd name="connsiteX9-5769" fmla="*/ 133489 w 2356779"/>
                <a:gd name="connsiteY9-5770" fmla="*/ 1937 h 697149"/>
                <a:gd name="connsiteX0-5771" fmla="*/ 133489 w 2356779"/>
                <a:gd name="connsiteY0-5772" fmla="*/ 1937 h 697149"/>
                <a:gd name="connsiteX1-5773" fmla="*/ 2208644 w 2356779"/>
                <a:gd name="connsiteY1-5774" fmla="*/ 0 h 697149"/>
                <a:gd name="connsiteX2-5775" fmla="*/ 2356779 w 2356779"/>
                <a:gd name="connsiteY2-5776" fmla="*/ 75065 h 697149"/>
                <a:gd name="connsiteX3-5777" fmla="*/ 2208556 w 2356779"/>
                <a:gd name="connsiteY3-5778" fmla="*/ 75966 h 697149"/>
                <a:gd name="connsiteX4-5779" fmla="*/ 1995590 w 2356779"/>
                <a:gd name="connsiteY4-5780" fmla="*/ 453800 h 697149"/>
                <a:gd name="connsiteX5-5781" fmla="*/ 1249388 w 2356779"/>
                <a:gd name="connsiteY5-5782" fmla="*/ 697149 h 697149"/>
                <a:gd name="connsiteX6-5783" fmla="*/ 468380 w 2356779"/>
                <a:gd name="connsiteY6-5784" fmla="*/ 449440 h 697149"/>
                <a:gd name="connsiteX7-5785" fmla="*/ 141858 w 2356779"/>
                <a:gd name="connsiteY7-5786" fmla="*/ 77903 h 697149"/>
                <a:gd name="connsiteX8-5787" fmla="*/ 0 w 2356779"/>
                <a:gd name="connsiteY8-5788" fmla="*/ 74096 h 697149"/>
                <a:gd name="connsiteX9-5789" fmla="*/ 133489 w 2356779"/>
                <a:gd name="connsiteY9-5790" fmla="*/ 1937 h 697149"/>
                <a:gd name="connsiteX0-5791" fmla="*/ 133489 w 2356779"/>
                <a:gd name="connsiteY0-5792" fmla="*/ 1937 h 697149"/>
                <a:gd name="connsiteX1-5793" fmla="*/ 2208644 w 2356779"/>
                <a:gd name="connsiteY1-5794" fmla="*/ 0 h 697149"/>
                <a:gd name="connsiteX2-5795" fmla="*/ 2356779 w 2356779"/>
                <a:gd name="connsiteY2-5796" fmla="*/ 75065 h 697149"/>
                <a:gd name="connsiteX3-5797" fmla="*/ 2208556 w 2356779"/>
                <a:gd name="connsiteY3-5798" fmla="*/ 75966 h 697149"/>
                <a:gd name="connsiteX4-5799" fmla="*/ 1995590 w 2356779"/>
                <a:gd name="connsiteY4-5800" fmla="*/ 453800 h 697149"/>
                <a:gd name="connsiteX5-5801" fmla="*/ 1249388 w 2356779"/>
                <a:gd name="connsiteY5-5802" fmla="*/ 697149 h 697149"/>
                <a:gd name="connsiteX6-5803" fmla="*/ 468380 w 2356779"/>
                <a:gd name="connsiteY6-5804" fmla="*/ 449440 h 697149"/>
                <a:gd name="connsiteX7-5805" fmla="*/ 141858 w 2356779"/>
                <a:gd name="connsiteY7-5806" fmla="*/ 77903 h 697149"/>
                <a:gd name="connsiteX8-5807" fmla="*/ 0 w 2356779"/>
                <a:gd name="connsiteY8-5808" fmla="*/ 74096 h 697149"/>
                <a:gd name="connsiteX9-5809" fmla="*/ 133489 w 2356779"/>
                <a:gd name="connsiteY9-5810" fmla="*/ 1937 h 697149"/>
                <a:gd name="connsiteX0-5811" fmla="*/ 133489 w 2356779"/>
                <a:gd name="connsiteY0-5812" fmla="*/ 1937 h 697149"/>
                <a:gd name="connsiteX1-5813" fmla="*/ 2208644 w 2356779"/>
                <a:gd name="connsiteY1-5814" fmla="*/ 0 h 697149"/>
                <a:gd name="connsiteX2-5815" fmla="*/ 2356779 w 2356779"/>
                <a:gd name="connsiteY2-5816" fmla="*/ 75065 h 697149"/>
                <a:gd name="connsiteX3-5817" fmla="*/ 2208556 w 2356779"/>
                <a:gd name="connsiteY3-5818" fmla="*/ 75966 h 697149"/>
                <a:gd name="connsiteX4-5819" fmla="*/ 1995590 w 2356779"/>
                <a:gd name="connsiteY4-5820" fmla="*/ 453800 h 697149"/>
                <a:gd name="connsiteX5-5821" fmla="*/ 1249388 w 2356779"/>
                <a:gd name="connsiteY5-5822" fmla="*/ 697149 h 697149"/>
                <a:gd name="connsiteX6-5823" fmla="*/ 468380 w 2356779"/>
                <a:gd name="connsiteY6-5824" fmla="*/ 449440 h 697149"/>
                <a:gd name="connsiteX7-5825" fmla="*/ 141858 w 2356779"/>
                <a:gd name="connsiteY7-5826" fmla="*/ 74997 h 697149"/>
                <a:gd name="connsiteX8-5827" fmla="*/ 0 w 2356779"/>
                <a:gd name="connsiteY8-5828" fmla="*/ 74096 h 697149"/>
                <a:gd name="connsiteX9-5829" fmla="*/ 133489 w 2356779"/>
                <a:gd name="connsiteY9-5830" fmla="*/ 1937 h 697149"/>
                <a:gd name="connsiteX0-5831" fmla="*/ 133489 w 2356779"/>
                <a:gd name="connsiteY0-5832" fmla="*/ 1937 h 697149"/>
                <a:gd name="connsiteX1-5833" fmla="*/ 2208644 w 2356779"/>
                <a:gd name="connsiteY1-5834" fmla="*/ 0 h 697149"/>
                <a:gd name="connsiteX2-5835" fmla="*/ 2356779 w 2356779"/>
                <a:gd name="connsiteY2-5836" fmla="*/ 75065 h 697149"/>
                <a:gd name="connsiteX3-5837" fmla="*/ 2208556 w 2356779"/>
                <a:gd name="connsiteY3-5838" fmla="*/ 75966 h 697149"/>
                <a:gd name="connsiteX4-5839" fmla="*/ 1995590 w 2356779"/>
                <a:gd name="connsiteY4-5840" fmla="*/ 453800 h 697149"/>
                <a:gd name="connsiteX5-5841" fmla="*/ 1249388 w 2356779"/>
                <a:gd name="connsiteY5-5842" fmla="*/ 697149 h 697149"/>
                <a:gd name="connsiteX6-5843" fmla="*/ 468380 w 2356779"/>
                <a:gd name="connsiteY6-5844" fmla="*/ 449440 h 697149"/>
                <a:gd name="connsiteX7-5845" fmla="*/ 141858 w 2356779"/>
                <a:gd name="connsiteY7-5846" fmla="*/ 74997 h 697149"/>
                <a:gd name="connsiteX8-5847" fmla="*/ 0 w 2356779"/>
                <a:gd name="connsiteY8-5848" fmla="*/ 74096 h 697149"/>
                <a:gd name="connsiteX9-5849" fmla="*/ 133489 w 2356779"/>
                <a:gd name="connsiteY9-5850" fmla="*/ 1937 h 697149"/>
                <a:gd name="connsiteX0-5851" fmla="*/ 133545 w 2356835"/>
                <a:gd name="connsiteY0-5852" fmla="*/ 1937 h 697149"/>
                <a:gd name="connsiteX1-5853" fmla="*/ 2208700 w 2356835"/>
                <a:gd name="connsiteY1-5854" fmla="*/ 0 h 697149"/>
                <a:gd name="connsiteX2-5855" fmla="*/ 2356835 w 2356835"/>
                <a:gd name="connsiteY2-5856" fmla="*/ 75065 h 697149"/>
                <a:gd name="connsiteX3-5857" fmla="*/ 2208612 w 2356835"/>
                <a:gd name="connsiteY3-5858" fmla="*/ 75966 h 697149"/>
                <a:gd name="connsiteX4-5859" fmla="*/ 1995646 w 2356835"/>
                <a:gd name="connsiteY4-5860" fmla="*/ 453800 h 697149"/>
                <a:gd name="connsiteX5-5861" fmla="*/ 1249444 w 2356835"/>
                <a:gd name="connsiteY5-5862" fmla="*/ 697149 h 697149"/>
                <a:gd name="connsiteX6-5863" fmla="*/ 468436 w 2356835"/>
                <a:gd name="connsiteY6-5864" fmla="*/ 449440 h 697149"/>
                <a:gd name="connsiteX7-5865" fmla="*/ 141914 w 2356835"/>
                <a:gd name="connsiteY7-5866" fmla="*/ 74997 h 697149"/>
                <a:gd name="connsiteX8-5867" fmla="*/ 56 w 2356835"/>
                <a:gd name="connsiteY8-5868" fmla="*/ 74096 h 697149"/>
                <a:gd name="connsiteX9-5869" fmla="*/ 133545 w 2356835"/>
                <a:gd name="connsiteY9-5870" fmla="*/ 1937 h 697149"/>
                <a:gd name="connsiteX0-5871" fmla="*/ 133545 w 2356835"/>
                <a:gd name="connsiteY0-5872" fmla="*/ 1937 h 697149"/>
                <a:gd name="connsiteX1-5873" fmla="*/ 2208700 w 2356835"/>
                <a:gd name="connsiteY1-5874" fmla="*/ 0 h 697149"/>
                <a:gd name="connsiteX2-5875" fmla="*/ 2356835 w 2356835"/>
                <a:gd name="connsiteY2-5876" fmla="*/ 75065 h 697149"/>
                <a:gd name="connsiteX3-5877" fmla="*/ 2208612 w 2356835"/>
                <a:gd name="connsiteY3-5878" fmla="*/ 75966 h 697149"/>
                <a:gd name="connsiteX4-5879" fmla="*/ 1995646 w 2356835"/>
                <a:gd name="connsiteY4-5880" fmla="*/ 453800 h 697149"/>
                <a:gd name="connsiteX5-5881" fmla="*/ 1249444 w 2356835"/>
                <a:gd name="connsiteY5-5882" fmla="*/ 697149 h 697149"/>
                <a:gd name="connsiteX6-5883" fmla="*/ 468436 w 2356835"/>
                <a:gd name="connsiteY6-5884" fmla="*/ 449440 h 697149"/>
                <a:gd name="connsiteX7-5885" fmla="*/ 141914 w 2356835"/>
                <a:gd name="connsiteY7-5886" fmla="*/ 74997 h 697149"/>
                <a:gd name="connsiteX8-5887" fmla="*/ 56 w 2356835"/>
                <a:gd name="connsiteY8-5888" fmla="*/ 76033 h 697149"/>
                <a:gd name="connsiteX9-5889" fmla="*/ 133545 w 2356835"/>
                <a:gd name="connsiteY9-5890" fmla="*/ 1937 h 697149"/>
                <a:gd name="connsiteX0-5891" fmla="*/ 133545 w 2356835"/>
                <a:gd name="connsiteY0-5892" fmla="*/ 1937 h 697149"/>
                <a:gd name="connsiteX1-5893" fmla="*/ 2208700 w 2356835"/>
                <a:gd name="connsiteY1-5894" fmla="*/ 0 h 697149"/>
                <a:gd name="connsiteX2-5895" fmla="*/ 2356835 w 2356835"/>
                <a:gd name="connsiteY2-5896" fmla="*/ 75065 h 697149"/>
                <a:gd name="connsiteX3-5897" fmla="*/ 2208612 w 2356835"/>
                <a:gd name="connsiteY3-5898" fmla="*/ 75966 h 697149"/>
                <a:gd name="connsiteX4-5899" fmla="*/ 1995646 w 2356835"/>
                <a:gd name="connsiteY4-5900" fmla="*/ 453800 h 697149"/>
                <a:gd name="connsiteX5-5901" fmla="*/ 1249444 w 2356835"/>
                <a:gd name="connsiteY5-5902" fmla="*/ 697149 h 697149"/>
                <a:gd name="connsiteX6-5903" fmla="*/ 468436 w 2356835"/>
                <a:gd name="connsiteY6-5904" fmla="*/ 449440 h 697149"/>
                <a:gd name="connsiteX7-5905" fmla="*/ 141914 w 2356835"/>
                <a:gd name="connsiteY7-5906" fmla="*/ 74997 h 697149"/>
                <a:gd name="connsiteX8-5907" fmla="*/ 56 w 2356835"/>
                <a:gd name="connsiteY8-5908" fmla="*/ 73127 h 697149"/>
                <a:gd name="connsiteX9-5909" fmla="*/ 133545 w 2356835"/>
                <a:gd name="connsiteY9-5910" fmla="*/ 1937 h 697149"/>
                <a:gd name="connsiteX0-5911" fmla="*/ 133545 w 2356835"/>
                <a:gd name="connsiteY0-5912" fmla="*/ 1937 h 697149"/>
                <a:gd name="connsiteX1-5913" fmla="*/ 2208700 w 2356835"/>
                <a:gd name="connsiteY1-5914" fmla="*/ 0 h 697149"/>
                <a:gd name="connsiteX2-5915" fmla="*/ 2356835 w 2356835"/>
                <a:gd name="connsiteY2-5916" fmla="*/ 75065 h 697149"/>
                <a:gd name="connsiteX3-5917" fmla="*/ 2208612 w 2356835"/>
                <a:gd name="connsiteY3-5918" fmla="*/ 75966 h 697149"/>
                <a:gd name="connsiteX4-5919" fmla="*/ 1995646 w 2356835"/>
                <a:gd name="connsiteY4-5920" fmla="*/ 453800 h 697149"/>
                <a:gd name="connsiteX5-5921" fmla="*/ 1249444 w 2356835"/>
                <a:gd name="connsiteY5-5922" fmla="*/ 697149 h 697149"/>
                <a:gd name="connsiteX6-5923" fmla="*/ 468436 w 2356835"/>
                <a:gd name="connsiteY6-5924" fmla="*/ 449440 h 697149"/>
                <a:gd name="connsiteX7-5925" fmla="*/ 141914 w 2356835"/>
                <a:gd name="connsiteY7-5926" fmla="*/ 74997 h 697149"/>
                <a:gd name="connsiteX8-5927" fmla="*/ 56 w 2356835"/>
                <a:gd name="connsiteY8-5928" fmla="*/ 73127 h 697149"/>
                <a:gd name="connsiteX9-5929" fmla="*/ 133545 w 2356835"/>
                <a:gd name="connsiteY9-5930" fmla="*/ 1937 h 697149"/>
                <a:gd name="connsiteX0-5931" fmla="*/ 133545 w 2356835"/>
                <a:gd name="connsiteY0-5932" fmla="*/ 1937 h 697149"/>
                <a:gd name="connsiteX1-5933" fmla="*/ 2208700 w 2356835"/>
                <a:gd name="connsiteY1-5934" fmla="*/ 0 h 697149"/>
                <a:gd name="connsiteX2-5935" fmla="*/ 2356835 w 2356835"/>
                <a:gd name="connsiteY2-5936" fmla="*/ 75065 h 697149"/>
                <a:gd name="connsiteX3-5937" fmla="*/ 2208612 w 2356835"/>
                <a:gd name="connsiteY3-5938" fmla="*/ 75966 h 697149"/>
                <a:gd name="connsiteX4-5939" fmla="*/ 1995646 w 2356835"/>
                <a:gd name="connsiteY4-5940" fmla="*/ 453800 h 697149"/>
                <a:gd name="connsiteX5-5941" fmla="*/ 1249444 w 2356835"/>
                <a:gd name="connsiteY5-5942" fmla="*/ 697149 h 697149"/>
                <a:gd name="connsiteX6-5943" fmla="*/ 468436 w 2356835"/>
                <a:gd name="connsiteY6-5944" fmla="*/ 449440 h 697149"/>
                <a:gd name="connsiteX7-5945" fmla="*/ 141914 w 2356835"/>
                <a:gd name="connsiteY7-5946" fmla="*/ 74997 h 697149"/>
                <a:gd name="connsiteX8-5947" fmla="*/ 56 w 2356835"/>
                <a:gd name="connsiteY8-5948" fmla="*/ 73127 h 697149"/>
                <a:gd name="connsiteX9-5949" fmla="*/ 133545 w 2356835"/>
                <a:gd name="connsiteY9-5950" fmla="*/ 1937 h 697149"/>
                <a:gd name="connsiteX0-5951" fmla="*/ 133545 w 2356835"/>
                <a:gd name="connsiteY0-5952" fmla="*/ 1937 h 697149"/>
                <a:gd name="connsiteX1-5953" fmla="*/ 2208700 w 2356835"/>
                <a:gd name="connsiteY1-5954" fmla="*/ 0 h 697149"/>
                <a:gd name="connsiteX2-5955" fmla="*/ 2356835 w 2356835"/>
                <a:gd name="connsiteY2-5956" fmla="*/ 75065 h 697149"/>
                <a:gd name="connsiteX3-5957" fmla="*/ 2208612 w 2356835"/>
                <a:gd name="connsiteY3-5958" fmla="*/ 75966 h 697149"/>
                <a:gd name="connsiteX4-5959" fmla="*/ 1995646 w 2356835"/>
                <a:gd name="connsiteY4-5960" fmla="*/ 453800 h 697149"/>
                <a:gd name="connsiteX5-5961" fmla="*/ 1249444 w 2356835"/>
                <a:gd name="connsiteY5-5962" fmla="*/ 697149 h 697149"/>
                <a:gd name="connsiteX6-5963" fmla="*/ 468436 w 2356835"/>
                <a:gd name="connsiteY6-5964" fmla="*/ 449440 h 697149"/>
                <a:gd name="connsiteX7-5965" fmla="*/ 141914 w 2356835"/>
                <a:gd name="connsiteY7-5966" fmla="*/ 74997 h 697149"/>
                <a:gd name="connsiteX8-5967" fmla="*/ 56 w 2356835"/>
                <a:gd name="connsiteY8-5968" fmla="*/ 73127 h 697149"/>
                <a:gd name="connsiteX9-5969" fmla="*/ 133545 w 2356835"/>
                <a:gd name="connsiteY9-5970" fmla="*/ 1937 h 697149"/>
                <a:gd name="connsiteX0-5971" fmla="*/ 133545 w 2356835"/>
                <a:gd name="connsiteY0-5972" fmla="*/ 1937 h 697149"/>
                <a:gd name="connsiteX1-5973" fmla="*/ 2208700 w 2356835"/>
                <a:gd name="connsiteY1-5974" fmla="*/ 0 h 697149"/>
                <a:gd name="connsiteX2-5975" fmla="*/ 2356835 w 2356835"/>
                <a:gd name="connsiteY2-5976" fmla="*/ 75065 h 697149"/>
                <a:gd name="connsiteX3-5977" fmla="*/ 2208612 w 2356835"/>
                <a:gd name="connsiteY3-5978" fmla="*/ 75966 h 697149"/>
                <a:gd name="connsiteX4-5979" fmla="*/ 1995646 w 2356835"/>
                <a:gd name="connsiteY4-5980" fmla="*/ 453800 h 697149"/>
                <a:gd name="connsiteX5-5981" fmla="*/ 1249444 w 2356835"/>
                <a:gd name="connsiteY5-5982" fmla="*/ 697149 h 697149"/>
                <a:gd name="connsiteX6-5983" fmla="*/ 468436 w 2356835"/>
                <a:gd name="connsiteY6-5984" fmla="*/ 449440 h 697149"/>
                <a:gd name="connsiteX7-5985" fmla="*/ 141914 w 2356835"/>
                <a:gd name="connsiteY7-5986" fmla="*/ 74997 h 697149"/>
                <a:gd name="connsiteX8-5987" fmla="*/ 56 w 2356835"/>
                <a:gd name="connsiteY8-5988" fmla="*/ 73127 h 697149"/>
                <a:gd name="connsiteX9-5989" fmla="*/ 133545 w 2356835"/>
                <a:gd name="connsiteY9-5990" fmla="*/ 1937 h 697149"/>
                <a:gd name="connsiteX0-5991" fmla="*/ 133545 w 2356835"/>
                <a:gd name="connsiteY0-5992" fmla="*/ 1937 h 697149"/>
                <a:gd name="connsiteX1-5993" fmla="*/ 2208700 w 2356835"/>
                <a:gd name="connsiteY1-5994" fmla="*/ 0 h 697149"/>
                <a:gd name="connsiteX2-5995" fmla="*/ 2356835 w 2356835"/>
                <a:gd name="connsiteY2-5996" fmla="*/ 75065 h 697149"/>
                <a:gd name="connsiteX3-5997" fmla="*/ 2208612 w 2356835"/>
                <a:gd name="connsiteY3-5998" fmla="*/ 75966 h 697149"/>
                <a:gd name="connsiteX4-5999" fmla="*/ 1976391 w 2356835"/>
                <a:gd name="connsiteY4-6000" fmla="*/ 422805 h 697149"/>
                <a:gd name="connsiteX5-6001" fmla="*/ 1249444 w 2356835"/>
                <a:gd name="connsiteY5-6002" fmla="*/ 697149 h 697149"/>
                <a:gd name="connsiteX6-6003" fmla="*/ 468436 w 2356835"/>
                <a:gd name="connsiteY6-6004" fmla="*/ 449440 h 697149"/>
                <a:gd name="connsiteX7-6005" fmla="*/ 141914 w 2356835"/>
                <a:gd name="connsiteY7-6006" fmla="*/ 74997 h 697149"/>
                <a:gd name="connsiteX8-6007" fmla="*/ 56 w 2356835"/>
                <a:gd name="connsiteY8-6008" fmla="*/ 73127 h 697149"/>
                <a:gd name="connsiteX9-6009" fmla="*/ 133545 w 2356835"/>
                <a:gd name="connsiteY9-6010" fmla="*/ 1937 h 697149"/>
                <a:gd name="connsiteX0-6011" fmla="*/ 133545 w 2356835"/>
                <a:gd name="connsiteY0-6012" fmla="*/ 1937 h 697149"/>
                <a:gd name="connsiteX1-6013" fmla="*/ 2208700 w 2356835"/>
                <a:gd name="connsiteY1-6014" fmla="*/ 0 h 697149"/>
                <a:gd name="connsiteX2-6015" fmla="*/ 2356835 w 2356835"/>
                <a:gd name="connsiteY2-6016" fmla="*/ 75065 h 697149"/>
                <a:gd name="connsiteX3-6017" fmla="*/ 2208612 w 2356835"/>
                <a:gd name="connsiteY3-6018" fmla="*/ 75966 h 697149"/>
                <a:gd name="connsiteX4-6019" fmla="*/ 1976391 w 2356835"/>
                <a:gd name="connsiteY4-6020" fmla="*/ 422805 h 697149"/>
                <a:gd name="connsiteX5-6021" fmla="*/ 1249444 w 2356835"/>
                <a:gd name="connsiteY5-6022" fmla="*/ 697149 h 697149"/>
                <a:gd name="connsiteX6-6023" fmla="*/ 526201 w 2356835"/>
                <a:gd name="connsiteY6-6024" fmla="*/ 426194 h 697149"/>
                <a:gd name="connsiteX7-6025" fmla="*/ 141914 w 2356835"/>
                <a:gd name="connsiteY7-6026" fmla="*/ 74997 h 697149"/>
                <a:gd name="connsiteX8-6027" fmla="*/ 56 w 2356835"/>
                <a:gd name="connsiteY8-6028" fmla="*/ 73127 h 697149"/>
                <a:gd name="connsiteX9-6029" fmla="*/ 133545 w 2356835"/>
                <a:gd name="connsiteY9-6030" fmla="*/ 1937 h 697149"/>
                <a:gd name="connsiteX0-6031" fmla="*/ 133545 w 2356835"/>
                <a:gd name="connsiteY0-6032" fmla="*/ 1937 h 697149"/>
                <a:gd name="connsiteX1-6033" fmla="*/ 2208700 w 2356835"/>
                <a:gd name="connsiteY1-6034" fmla="*/ 0 h 697149"/>
                <a:gd name="connsiteX2-6035" fmla="*/ 2356835 w 2356835"/>
                <a:gd name="connsiteY2-6036" fmla="*/ 75065 h 697149"/>
                <a:gd name="connsiteX3-6037" fmla="*/ 2208612 w 2356835"/>
                <a:gd name="connsiteY3-6038" fmla="*/ 75966 h 697149"/>
                <a:gd name="connsiteX4-6039" fmla="*/ 1976391 w 2356835"/>
                <a:gd name="connsiteY4-6040" fmla="*/ 422805 h 697149"/>
                <a:gd name="connsiteX5-6041" fmla="*/ 1249444 w 2356835"/>
                <a:gd name="connsiteY5-6042" fmla="*/ 697149 h 697149"/>
                <a:gd name="connsiteX6-6043" fmla="*/ 482877 w 2356835"/>
                <a:gd name="connsiteY6-6044" fmla="*/ 426194 h 697149"/>
                <a:gd name="connsiteX7-6045" fmla="*/ 141914 w 2356835"/>
                <a:gd name="connsiteY7-6046" fmla="*/ 74997 h 697149"/>
                <a:gd name="connsiteX8-6047" fmla="*/ 56 w 2356835"/>
                <a:gd name="connsiteY8-6048" fmla="*/ 73127 h 697149"/>
                <a:gd name="connsiteX9-6049" fmla="*/ 133545 w 2356835"/>
                <a:gd name="connsiteY9-6050" fmla="*/ 1937 h 697149"/>
                <a:gd name="connsiteX0-6051" fmla="*/ 133545 w 2356835"/>
                <a:gd name="connsiteY0-6052" fmla="*/ 1937 h 697149"/>
                <a:gd name="connsiteX1-6053" fmla="*/ 2208700 w 2356835"/>
                <a:gd name="connsiteY1-6054" fmla="*/ 0 h 697149"/>
                <a:gd name="connsiteX2-6055" fmla="*/ 2356835 w 2356835"/>
                <a:gd name="connsiteY2-6056" fmla="*/ 75065 h 697149"/>
                <a:gd name="connsiteX3-6057" fmla="*/ 2208612 w 2356835"/>
                <a:gd name="connsiteY3-6058" fmla="*/ 75966 h 697149"/>
                <a:gd name="connsiteX4-6059" fmla="*/ 2019715 w 2356835"/>
                <a:gd name="connsiteY4-6060" fmla="*/ 426679 h 697149"/>
                <a:gd name="connsiteX5-6061" fmla="*/ 1249444 w 2356835"/>
                <a:gd name="connsiteY5-6062" fmla="*/ 697149 h 697149"/>
                <a:gd name="connsiteX6-6063" fmla="*/ 482877 w 2356835"/>
                <a:gd name="connsiteY6-6064" fmla="*/ 426194 h 697149"/>
                <a:gd name="connsiteX7-6065" fmla="*/ 141914 w 2356835"/>
                <a:gd name="connsiteY7-6066" fmla="*/ 74997 h 697149"/>
                <a:gd name="connsiteX8-6067" fmla="*/ 56 w 2356835"/>
                <a:gd name="connsiteY8-6068" fmla="*/ 73127 h 697149"/>
                <a:gd name="connsiteX9-6069" fmla="*/ 133545 w 2356835"/>
                <a:gd name="connsiteY9-6070" fmla="*/ 1937 h 697149"/>
                <a:gd name="connsiteX0-6071" fmla="*/ 133545 w 2356835"/>
                <a:gd name="connsiteY0-6072" fmla="*/ 1937 h 697149"/>
                <a:gd name="connsiteX1-6073" fmla="*/ 2208700 w 2356835"/>
                <a:gd name="connsiteY1-6074" fmla="*/ 0 h 697149"/>
                <a:gd name="connsiteX2-6075" fmla="*/ 2356835 w 2356835"/>
                <a:gd name="connsiteY2-6076" fmla="*/ 75065 h 697149"/>
                <a:gd name="connsiteX3-6077" fmla="*/ 2208612 w 2356835"/>
                <a:gd name="connsiteY3-6078" fmla="*/ 75966 h 697149"/>
                <a:gd name="connsiteX4-6079" fmla="*/ 2019715 w 2356835"/>
                <a:gd name="connsiteY4-6080" fmla="*/ 426679 h 697149"/>
                <a:gd name="connsiteX5-6081" fmla="*/ 1249444 w 2356835"/>
                <a:gd name="connsiteY5-6082" fmla="*/ 697149 h 697149"/>
                <a:gd name="connsiteX6-6083" fmla="*/ 482877 w 2356835"/>
                <a:gd name="connsiteY6-6084" fmla="*/ 426194 h 697149"/>
                <a:gd name="connsiteX7-6085" fmla="*/ 141914 w 2356835"/>
                <a:gd name="connsiteY7-6086" fmla="*/ 74997 h 697149"/>
                <a:gd name="connsiteX8-6087" fmla="*/ 56 w 2356835"/>
                <a:gd name="connsiteY8-6088" fmla="*/ 73127 h 697149"/>
                <a:gd name="connsiteX9-6089" fmla="*/ 133545 w 2356835"/>
                <a:gd name="connsiteY9-6090" fmla="*/ 1937 h 697149"/>
                <a:gd name="connsiteX0-6091" fmla="*/ 133545 w 2356835"/>
                <a:gd name="connsiteY0-6092" fmla="*/ 1937 h 697149"/>
                <a:gd name="connsiteX1-6093" fmla="*/ 2208700 w 2356835"/>
                <a:gd name="connsiteY1-6094" fmla="*/ 0 h 697149"/>
                <a:gd name="connsiteX2-6095" fmla="*/ 2356835 w 2356835"/>
                <a:gd name="connsiteY2-6096" fmla="*/ 75065 h 697149"/>
                <a:gd name="connsiteX3-6097" fmla="*/ 2208612 w 2356835"/>
                <a:gd name="connsiteY3-6098" fmla="*/ 75966 h 697149"/>
                <a:gd name="connsiteX4-6099" fmla="*/ 2019715 w 2356835"/>
                <a:gd name="connsiteY4-6100" fmla="*/ 426679 h 697149"/>
                <a:gd name="connsiteX5-6101" fmla="*/ 1249444 w 2356835"/>
                <a:gd name="connsiteY5-6102" fmla="*/ 697149 h 697149"/>
                <a:gd name="connsiteX6-6103" fmla="*/ 482877 w 2356835"/>
                <a:gd name="connsiteY6-6104" fmla="*/ 426194 h 697149"/>
                <a:gd name="connsiteX7-6105" fmla="*/ 141914 w 2356835"/>
                <a:gd name="connsiteY7-6106" fmla="*/ 74997 h 697149"/>
                <a:gd name="connsiteX8-6107" fmla="*/ 56 w 2356835"/>
                <a:gd name="connsiteY8-6108" fmla="*/ 73127 h 697149"/>
                <a:gd name="connsiteX9-6109" fmla="*/ 133545 w 2356835"/>
                <a:gd name="connsiteY9-6110" fmla="*/ 1937 h 697149"/>
                <a:gd name="connsiteX0-6111" fmla="*/ 133545 w 2356835"/>
                <a:gd name="connsiteY0-6112" fmla="*/ 1937 h 697149"/>
                <a:gd name="connsiteX1-6113" fmla="*/ 2208700 w 2356835"/>
                <a:gd name="connsiteY1-6114" fmla="*/ 0 h 697149"/>
                <a:gd name="connsiteX2-6115" fmla="*/ 2356835 w 2356835"/>
                <a:gd name="connsiteY2-6116" fmla="*/ 75065 h 697149"/>
                <a:gd name="connsiteX3-6117" fmla="*/ 2208612 w 2356835"/>
                <a:gd name="connsiteY3-6118" fmla="*/ 75966 h 697149"/>
                <a:gd name="connsiteX4-6119" fmla="*/ 2019715 w 2356835"/>
                <a:gd name="connsiteY4-6120" fmla="*/ 426679 h 697149"/>
                <a:gd name="connsiteX5-6121" fmla="*/ 1249444 w 2356835"/>
                <a:gd name="connsiteY5-6122" fmla="*/ 697149 h 697149"/>
                <a:gd name="connsiteX6-6123" fmla="*/ 482877 w 2356835"/>
                <a:gd name="connsiteY6-6124" fmla="*/ 426194 h 697149"/>
                <a:gd name="connsiteX7-6125" fmla="*/ 141914 w 2356835"/>
                <a:gd name="connsiteY7-6126" fmla="*/ 74997 h 697149"/>
                <a:gd name="connsiteX8-6127" fmla="*/ 56 w 2356835"/>
                <a:gd name="connsiteY8-6128" fmla="*/ 73127 h 697149"/>
                <a:gd name="connsiteX9-6129" fmla="*/ 133545 w 2356835"/>
                <a:gd name="connsiteY9-6130" fmla="*/ 1937 h 697149"/>
                <a:gd name="connsiteX0-6131" fmla="*/ 133545 w 2356835"/>
                <a:gd name="connsiteY0-6132" fmla="*/ 1937 h 697149"/>
                <a:gd name="connsiteX1-6133" fmla="*/ 2208700 w 2356835"/>
                <a:gd name="connsiteY1-6134" fmla="*/ 0 h 697149"/>
                <a:gd name="connsiteX2-6135" fmla="*/ 2356835 w 2356835"/>
                <a:gd name="connsiteY2-6136" fmla="*/ 75065 h 697149"/>
                <a:gd name="connsiteX3-6137" fmla="*/ 2208612 w 2356835"/>
                <a:gd name="connsiteY3-6138" fmla="*/ 75966 h 697149"/>
                <a:gd name="connsiteX4-6139" fmla="*/ 2010087 w 2356835"/>
                <a:gd name="connsiteY4-6140" fmla="*/ 426679 h 697149"/>
                <a:gd name="connsiteX5-6141" fmla="*/ 1249444 w 2356835"/>
                <a:gd name="connsiteY5-6142" fmla="*/ 697149 h 697149"/>
                <a:gd name="connsiteX6-6143" fmla="*/ 482877 w 2356835"/>
                <a:gd name="connsiteY6-6144" fmla="*/ 426194 h 697149"/>
                <a:gd name="connsiteX7-6145" fmla="*/ 141914 w 2356835"/>
                <a:gd name="connsiteY7-6146" fmla="*/ 74997 h 697149"/>
                <a:gd name="connsiteX8-6147" fmla="*/ 56 w 2356835"/>
                <a:gd name="connsiteY8-6148" fmla="*/ 73127 h 697149"/>
                <a:gd name="connsiteX9-6149" fmla="*/ 133545 w 2356835"/>
                <a:gd name="connsiteY9-6150" fmla="*/ 1937 h 697149"/>
                <a:gd name="connsiteX0-6151" fmla="*/ 133545 w 2356835"/>
                <a:gd name="connsiteY0-6152" fmla="*/ 1937 h 697149"/>
                <a:gd name="connsiteX1-6153" fmla="*/ 2208700 w 2356835"/>
                <a:gd name="connsiteY1-6154" fmla="*/ 0 h 697149"/>
                <a:gd name="connsiteX2-6155" fmla="*/ 2356835 w 2356835"/>
                <a:gd name="connsiteY2-6156" fmla="*/ 75065 h 697149"/>
                <a:gd name="connsiteX3-6157" fmla="*/ 2208612 w 2356835"/>
                <a:gd name="connsiteY3-6158" fmla="*/ 75966 h 697149"/>
                <a:gd name="connsiteX4-6159" fmla="*/ 2000459 w 2356835"/>
                <a:gd name="connsiteY4-6160" fmla="*/ 426679 h 697149"/>
                <a:gd name="connsiteX5-6161" fmla="*/ 1249444 w 2356835"/>
                <a:gd name="connsiteY5-6162" fmla="*/ 697149 h 697149"/>
                <a:gd name="connsiteX6-6163" fmla="*/ 482877 w 2356835"/>
                <a:gd name="connsiteY6-6164" fmla="*/ 426194 h 697149"/>
                <a:gd name="connsiteX7-6165" fmla="*/ 141914 w 2356835"/>
                <a:gd name="connsiteY7-6166" fmla="*/ 74997 h 697149"/>
                <a:gd name="connsiteX8-6167" fmla="*/ 56 w 2356835"/>
                <a:gd name="connsiteY8-6168" fmla="*/ 73127 h 697149"/>
                <a:gd name="connsiteX9-6169" fmla="*/ 133545 w 2356835"/>
                <a:gd name="connsiteY9-6170" fmla="*/ 1937 h 697149"/>
                <a:gd name="connsiteX0-6171" fmla="*/ 133545 w 2356835"/>
                <a:gd name="connsiteY0-6172" fmla="*/ 1937 h 697149"/>
                <a:gd name="connsiteX1-6173" fmla="*/ 2208700 w 2356835"/>
                <a:gd name="connsiteY1-6174" fmla="*/ 0 h 697149"/>
                <a:gd name="connsiteX2-6175" fmla="*/ 2356835 w 2356835"/>
                <a:gd name="connsiteY2-6176" fmla="*/ 75065 h 697149"/>
                <a:gd name="connsiteX3-6177" fmla="*/ 2208612 w 2356835"/>
                <a:gd name="connsiteY3-6178" fmla="*/ 75966 h 697149"/>
                <a:gd name="connsiteX4-6179" fmla="*/ 2000459 w 2356835"/>
                <a:gd name="connsiteY4-6180" fmla="*/ 426679 h 697149"/>
                <a:gd name="connsiteX5-6181" fmla="*/ 1249444 w 2356835"/>
                <a:gd name="connsiteY5-6182" fmla="*/ 697149 h 697149"/>
                <a:gd name="connsiteX6-6183" fmla="*/ 482877 w 2356835"/>
                <a:gd name="connsiteY6-6184" fmla="*/ 426194 h 697149"/>
                <a:gd name="connsiteX7-6185" fmla="*/ 141914 w 2356835"/>
                <a:gd name="connsiteY7-6186" fmla="*/ 74997 h 697149"/>
                <a:gd name="connsiteX8-6187" fmla="*/ 56 w 2356835"/>
                <a:gd name="connsiteY8-6188" fmla="*/ 73127 h 697149"/>
                <a:gd name="connsiteX9-6189" fmla="*/ 133545 w 2356835"/>
                <a:gd name="connsiteY9-6190" fmla="*/ 1937 h 697149"/>
                <a:gd name="connsiteX0-6191" fmla="*/ 133545 w 2356835"/>
                <a:gd name="connsiteY0-6192" fmla="*/ 1937 h 697149"/>
                <a:gd name="connsiteX1-6193" fmla="*/ 2208700 w 2356835"/>
                <a:gd name="connsiteY1-6194" fmla="*/ 0 h 697149"/>
                <a:gd name="connsiteX2-6195" fmla="*/ 2356835 w 2356835"/>
                <a:gd name="connsiteY2-6196" fmla="*/ 75065 h 697149"/>
                <a:gd name="connsiteX3-6197" fmla="*/ 2208612 w 2356835"/>
                <a:gd name="connsiteY3-6198" fmla="*/ 75966 h 697149"/>
                <a:gd name="connsiteX4-6199" fmla="*/ 2000459 w 2356835"/>
                <a:gd name="connsiteY4-6200" fmla="*/ 426679 h 697149"/>
                <a:gd name="connsiteX5-6201" fmla="*/ 1249444 w 2356835"/>
                <a:gd name="connsiteY5-6202" fmla="*/ 697149 h 697149"/>
                <a:gd name="connsiteX6-6203" fmla="*/ 482877 w 2356835"/>
                <a:gd name="connsiteY6-6204" fmla="*/ 426194 h 697149"/>
                <a:gd name="connsiteX7-6205" fmla="*/ 141914 w 2356835"/>
                <a:gd name="connsiteY7-6206" fmla="*/ 74997 h 697149"/>
                <a:gd name="connsiteX8-6207" fmla="*/ 56 w 2356835"/>
                <a:gd name="connsiteY8-6208" fmla="*/ 73127 h 697149"/>
                <a:gd name="connsiteX9-6209" fmla="*/ 133545 w 2356835"/>
                <a:gd name="connsiteY9-6210" fmla="*/ 1937 h 697149"/>
                <a:gd name="connsiteX0-6211" fmla="*/ 133545 w 2356835"/>
                <a:gd name="connsiteY0-6212" fmla="*/ 1937 h 697149"/>
                <a:gd name="connsiteX1-6213" fmla="*/ 2208700 w 2356835"/>
                <a:gd name="connsiteY1-6214" fmla="*/ 0 h 697149"/>
                <a:gd name="connsiteX2-6215" fmla="*/ 2356835 w 2356835"/>
                <a:gd name="connsiteY2-6216" fmla="*/ 75065 h 697149"/>
                <a:gd name="connsiteX3-6217" fmla="*/ 2208612 w 2356835"/>
                <a:gd name="connsiteY3-6218" fmla="*/ 75966 h 697149"/>
                <a:gd name="connsiteX4-6219" fmla="*/ 2000459 w 2356835"/>
                <a:gd name="connsiteY4-6220" fmla="*/ 426679 h 697149"/>
                <a:gd name="connsiteX5-6221" fmla="*/ 1249444 w 2356835"/>
                <a:gd name="connsiteY5-6222" fmla="*/ 697149 h 697149"/>
                <a:gd name="connsiteX6-6223" fmla="*/ 499725 w 2356835"/>
                <a:gd name="connsiteY6-6224" fmla="*/ 426194 h 697149"/>
                <a:gd name="connsiteX7-6225" fmla="*/ 141914 w 2356835"/>
                <a:gd name="connsiteY7-6226" fmla="*/ 74997 h 697149"/>
                <a:gd name="connsiteX8-6227" fmla="*/ 56 w 2356835"/>
                <a:gd name="connsiteY8-6228" fmla="*/ 73127 h 697149"/>
                <a:gd name="connsiteX9-6229" fmla="*/ 133545 w 2356835"/>
                <a:gd name="connsiteY9-6230" fmla="*/ 1937 h 697149"/>
                <a:gd name="connsiteX0-6231" fmla="*/ 133545 w 2356835"/>
                <a:gd name="connsiteY0-6232" fmla="*/ 1937 h 697149"/>
                <a:gd name="connsiteX1-6233" fmla="*/ 2208700 w 2356835"/>
                <a:gd name="connsiteY1-6234" fmla="*/ 0 h 697149"/>
                <a:gd name="connsiteX2-6235" fmla="*/ 2356835 w 2356835"/>
                <a:gd name="connsiteY2-6236" fmla="*/ 75065 h 697149"/>
                <a:gd name="connsiteX3-6237" fmla="*/ 2208612 w 2356835"/>
                <a:gd name="connsiteY3-6238" fmla="*/ 75966 h 697149"/>
                <a:gd name="connsiteX4-6239" fmla="*/ 2000459 w 2356835"/>
                <a:gd name="connsiteY4-6240" fmla="*/ 426679 h 697149"/>
                <a:gd name="connsiteX5-6241" fmla="*/ 1249444 w 2356835"/>
                <a:gd name="connsiteY5-6242" fmla="*/ 697149 h 697149"/>
                <a:gd name="connsiteX6-6243" fmla="*/ 499725 w 2356835"/>
                <a:gd name="connsiteY6-6244" fmla="*/ 426194 h 697149"/>
                <a:gd name="connsiteX7-6245" fmla="*/ 141914 w 2356835"/>
                <a:gd name="connsiteY7-6246" fmla="*/ 74997 h 697149"/>
                <a:gd name="connsiteX8-6247" fmla="*/ 56 w 2356835"/>
                <a:gd name="connsiteY8-6248" fmla="*/ 73127 h 697149"/>
                <a:gd name="connsiteX9-6249" fmla="*/ 133545 w 2356835"/>
                <a:gd name="connsiteY9-6250" fmla="*/ 1937 h 697149"/>
                <a:gd name="connsiteX0-6251" fmla="*/ 133545 w 2356835"/>
                <a:gd name="connsiteY0-6252" fmla="*/ 1937 h 697149"/>
                <a:gd name="connsiteX1-6253" fmla="*/ 2208700 w 2356835"/>
                <a:gd name="connsiteY1-6254" fmla="*/ 0 h 697149"/>
                <a:gd name="connsiteX2-6255" fmla="*/ 2356835 w 2356835"/>
                <a:gd name="connsiteY2-6256" fmla="*/ 75065 h 697149"/>
                <a:gd name="connsiteX3-6257" fmla="*/ 2208612 w 2356835"/>
                <a:gd name="connsiteY3-6258" fmla="*/ 75966 h 697149"/>
                <a:gd name="connsiteX4-6259" fmla="*/ 2000459 w 2356835"/>
                <a:gd name="connsiteY4-6260" fmla="*/ 426679 h 697149"/>
                <a:gd name="connsiteX5-6261" fmla="*/ 1249444 w 2356835"/>
                <a:gd name="connsiteY5-6262" fmla="*/ 697149 h 697149"/>
                <a:gd name="connsiteX6-6263" fmla="*/ 499725 w 2356835"/>
                <a:gd name="connsiteY6-6264" fmla="*/ 426194 h 697149"/>
                <a:gd name="connsiteX7-6265" fmla="*/ 141914 w 2356835"/>
                <a:gd name="connsiteY7-6266" fmla="*/ 74997 h 697149"/>
                <a:gd name="connsiteX8-6267" fmla="*/ 56 w 2356835"/>
                <a:gd name="connsiteY8-6268" fmla="*/ 73127 h 697149"/>
                <a:gd name="connsiteX9-6269" fmla="*/ 133545 w 2356835"/>
                <a:gd name="connsiteY9-6270" fmla="*/ 1937 h 697149"/>
                <a:gd name="connsiteX0-6271" fmla="*/ 133545 w 2356835"/>
                <a:gd name="connsiteY0-6272" fmla="*/ 1937 h 697149"/>
                <a:gd name="connsiteX1-6273" fmla="*/ 2208700 w 2356835"/>
                <a:gd name="connsiteY1-6274" fmla="*/ 0 h 697149"/>
                <a:gd name="connsiteX2-6275" fmla="*/ 2356835 w 2356835"/>
                <a:gd name="connsiteY2-6276" fmla="*/ 75065 h 697149"/>
                <a:gd name="connsiteX3-6277" fmla="*/ 2208612 w 2356835"/>
                <a:gd name="connsiteY3-6278" fmla="*/ 75966 h 697149"/>
                <a:gd name="connsiteX4-6279" fmla="*/ 2000459 w 2356835"/>
                <a:gd name="connsiteY4-6280" fmla="*/ 426679 h 697149"/>
                <a:gd name="connsiteX5-6281" fmla="*/ 1249444 w 2356835"/>
                <a:gd name="connsiteY5-6282" fmla="*/ 697149 h 697149"/>
                <a:gd name="connsiteX6-6283" fmla="*/ 499725 w 2356835"/>
                <a:gd name="connsiteY6-6284" fmla="*/ 426194 h 697149"/>
                <a:gd name="connsiteX7-6285" fmla="*/ 141914 w 2356835"/>
                <a:gd name="connsiteY7-6286" fmla="*/ 74997 h 697149"/>
                <a:gd name="connsiteX8-6287" fmla="*/ 56 w 2356835"/>
                <a:gd name="connsiteY8-6288" fmla="*/ 73127 h 697149"/>
                <a:gd name="connsiteX9-6289" fmla="*/ 133545 w 2356835"/>
                <a:gd name="connsiteY9-6290" fmla="*/ 1937 h 697149"/>
                <a:gd name="connsiteX0-6291" fmla="*/ 133545 w 2356835"/>
                <a:gd name="connsiteY0-6292" fmla="*/ 1937 h 697149"/>
                <a:gd name="connsiteX1-6293" fmla="*/ 2208700 w 2356835"/>
                <a:gd name="connsiteY1-6294" fmla="*/ 0 h 697149"/>
                <a:gd name="connsiteX2-6295" fmla="*/ 2356835 w 2356835"/>
                <a:gd name="connsiteY2-6296" fmla="*/ 75065 h 697149"/>
                <a:gd name="connsiteX3-6297" fmla="*/ 2208612 w 2356835"/>
                <a:gd name="connsiteY3-6298" fmla="*/ 75966 h 697149"/>
                <a:gd name="connsiteX4-6299" fmla="*/ 2000459 w 2356835"/>
                <a:gd name="connsiteY4-6300" fmla="*/ 426679 h 697149"/>
                <a:gd name="connsiteX5-6301" fmla="*/ 1249444 w 2356835"/>
                <a:gd name="connsiteY5-6302" fmla="*/ 697149 h 697149"/>
                <a:gd name="connsiteX6-6303" fmla="*/ 499725 w 2356835"/>
                <a:gd name="connsiteY6-6304" fmla="*/ 426194 h 697149"/>
                <a:gd name="connsiteX7-6305" fmla="*/ 141914 w 2356835"/>
                <a:gd name="connsiteY7-6306" fmla="*/ 74997 h 697149"/>
                <a:gd name="connsiteX8-6307" fmla="*/ 56 w 2356835"/>
                <a:gd name="connsiteY8-6308" fmla="*/ 73127 h 697149"/>
                <a:gd name="connsiteX9-6309" fmla="*/ 133545 w 2356835"/>
                <a:gd name="connsiteY9-6310" fmla="*/ 1937 h 697149"/>
                <a:gd name="connsiteX0-6311" fmla="*/ 133545 w 2356835"/>
                <a:gd name="connsiteY0-6312" fmla="*/ 1937 h 697149"/>
                <a:gd name="connsiteX1-6313" fmla="*/ 2208700 w 2356835"/>
                <a:gd name="connsiteY1-6314" fmla="*/ 0 h 697149"/>
                <a:gd name="connsiteX2-6315" fmla="*/ 2356835 w 2356835"/>
                <a:gd name="connsiteY2-6316" fmla="*/ 75065 h 697149"/>
                <a:gd name="connsiteX3-6317" fmla="*/ 2208612 w 2356835"/>
                <a:gd name="connsiteY3-6318" fmla="*/ 75966 h 697149"/>
                <a:gd name="connsiteX4-6319" fmla="*/ 2000459 w 2356835"/>
                <a:gd name="connsiteY4-6320" fmla="*/ 426679 h 697149"/>
                <a:gd name="connsiteX5-6321" fmla="*/ 1249444 w 2356835"/>
                <a:gd name="connsiteY5-6322" fmla="*/ 697149 h 697149"/>
                <a:gd name="connsiteX6-6323" fmla="*/ 499725 w 2356835"/>
                <a:gd name="connsiteY6-6324" fmla="*/ 426194 h 697149"/>
                <a:gd name="connsiteX7-6325" fmla="*/ 141914 w 2356835"/>
                <a:gd name="connsiteY7-6326" fmla="*/ 74997 h 697149"/>
                <a:gd name="connsiteX8-6327" fmla="*/ 56 w 2356835"/>
                <a:gd name="connsiteY8-6328" fmla="*/ 73127 h 697149"/>
                <a:gd name="connsiteX9-6329" fmla="*/ 133545 w 2356835"/>
                <a:gd name="connsiteY9-6330" fmla="*/ 1937 h 697149"/>
                <a:gd name="connsiteX0-6331" fmla="*/ 133545 w 2356835"/>
                <a:gd name="connsiteY0-6332" fmla="*/ 1937 h 697149"/>
                <a:gd name="connsiteX1-6333" fmla="*/ 2208700 w 2356835"/>
                <a:gd name="connsiteY1-6334" fmla="*/ 0 h 697149"/>
                <a:gd name="connsiteX2-6335" fmla="*/ 2356835 w 2356835"/>
                <a:gd name="connsiteY2-6336" fmla="*/ 75065 h 697149"/>
                <a:gd name="connsiteX3-6337" fmla="*/ 2208612 w 2356835"/>
                <a:gd name="connsiteY3-6338" fmla="*/ 75966 h 697149"/>
                <a:gd name="connsiteX4-6339" fmla="*/ 2000459 w 2356835"/>
                <a:gd name="connsiteY4-6340" fmla="*/ 426679 h 697149"/>
                <a:gd name="connsiteX5-6341" fmla="*/ 1249444 w 2356835"/>
                <a:gd name="connsiteY5-6342" fmla="*/ 697149 h 697149"/>
                <a:gd name="connsiteX6-6343" fmla="*/ 499725 w 2356835"/>
                <a:gd name="connsiteY6-6344" fmla="*/ 426194 h 697149"/>
                <a:gd name="connsiteX7-6345" fmla="*/ 141914 w 2356835"/>
                <a:gd name="connsiteY7-6346" fmla="*/ 74997 h 697149"/>
                <a:gd name="connsiteX8-6347" fmla="*/ 56 w 2356835"/>
                <a:gd name="connsiteY8-6348" fmla="*/ 73127 h 697149"/>
                <a:gd name="connsiteX9-6349" fmla="*/ 133545 w 2356835"/>
                <a:gd name="connsiteY9-6350" fmla="*/ 1937 h 697149"/>
                <a:gd name="connsiteX0-6351" fmla="*/ 133545 w 2356835"/>
                <a:gd name="connsiteY0-6352" fmla="*/ 1937 h 697149"/>
                <a:gd name="connsiteX1-6353" fmla="*/ 2208700 w 2356835"/>
                <a:gd name="connsiteY1-6354" fmla="*/ 0 h 697149"/>
                <a:gd name="connsiteX2-6355" fmla="*/ 2356835 w 2356835"/>
                <a:gd name="connsiteY2-6356" fmla="*/ 75065 h 697149"/>
                <a:gd name="connsiteX3-6357" fmla="*/ 2208612 w 2356835"/>
                <a:gd name="connsiteY3-6358" fmla="*/ 75966 h 697149"/>
                <a:gd name="connsiteX4-6359" fmla="*/ 2000459 w 2356835"/>
                <a:gd name="connsiteY4-6360" fmla="*/ 426679 h 697149"/>
                <a:gd name="connsiteX5-6361" fmla="*/ 1210934 w 2356835"/>
                <a:gd name="connsiteY5-6362" fmla="*/ 697149 h 697149"/>
                <a:gd name="connsiteX6-6363" fmla="*/ 499725 w 2356835"/>
                <a:gd name="connsiteY6-6364" fmla="*/ 426194 h 697149"/>
                <a:gd name="connsiteX7-6365" fmla="*/ 141914 w 2356835"/>
                <a:gd name="connsiteY7-6366" fmla="*/ 74997 h 697149"/>
                <a:gd name="connsiteX8-6367" fmla="*/ 56 w 2356835"/>
                <a:gd name="connsiteY8-6368" fmla="*/ 73127 h 697149"/>
                <a:gd name="connsiteX9-6369" fmla="*/ 133545 w 2356835"/>
                <a:gd name="connsiteY9-6370" fmla="*/ 1937 h 697149"/>
                <a:gd name="connsiteX0-6371" fmla="*/ 133545 w 2356835"/>
                <a:gd name="connsiteY0-6372" fmla="*/ 1937 h 697149"/>
                <a:gd name="connsiteX1-6373" fmla="*/ 2208700 w 2356835"/>
                <a:gd name="connsiteY1-6374" fmla="*/ 0 h 697149"/>
                <a:gd name="connsiteX2-6375" fmla="*/ 2356835 w 2356835"/>
                <a:gd name="connsiteY2-6376" fmla="*/ 75065 h 697149"/>
                <a:gd name="connsiteX3-6377" fmla="*/ 2208612 w 2356835"/>
                <a:gd name="connsiteY3-6378" fmla="*/ 75966 h 697149"/>
                <a:gd name="connsiteX4-6379" fmla="*/ 1981204 w 2356835"/>
                <a:gd name="connsiteY4-6380" fmla="*/ 426679 h 697149"/>
                <a:gd name="connsiteX5-6381" fmla="*/ 1210934 w 2356835"/>
                <a:gd name="connsiteY5-6382" fmla="*/ 697149 h 697149"/>
                <a:gd name="connsiteX6-6383" fmla="*/ 499725 w 2356835"/>
                <a:gd name="connsiteY6-6384" fmla="*/ 426194 h 697149"/>
                <a:gd name="connsiteX7-6385" fmla="*/ 141914 w 2356835"/>
                <a:gd name="connsiteY7-6386" fmla="*/ 74997 h 697149"/>
                <a:gd name="connsiteX8-6387" fmla="*/ 56 w 2356835"/>
                <a:gd name="connsiteY8-6388" fmla="*/ 73127 h 697149"/>
                <a:gd name="connsiteX9-6389" fmla="*/ 133545 w 2356835"/>
                <a:gd name="connsiteY9-6390" fmla="*/ 1937 h 697149"/>
                <a:gd name="connsiteX0-6391" fmla="*/ 133545 w 2356835"/>
                <a:gd name="connsiteY0-6392" fmla="*/ 1937 h 697149"/>
                <a:gd name="connsiteX1-6393" fmla="*/ 2208700 w 2356835"/>
                <a:gd name="connsiteY1-6394" fmla="*/ 0 h 697149"/>
                <a:gd name="connsiteX2-6395" fmla="*/ 2356835 w 2356835"/>
                <a:gd name="connsiteY2-6396" fmla="*/ 75065 h 697149"/>
                <a:gd name="connsiteX3-6397" fmla="*/ 2208612 w 2356835"/>
                <a:gd name="connsiteY3-6398" fmla="*/ 75966 h 697149"/>
                <a:gd name="connsiteX4-6399" fmla="*/ 1981204 w 2356835"/>
                <a:gd name="connsiteY4-6400" fmla="*/ 426679 h 697149"/>
                <a:gd name="connsiteX5-6401" fmla="*/ 1210934 w 2356835"/>
                <a:gd name="connsiteY5-6402" fmla="*/ 697149 h 697149"/>
                <a:gd name="connsiteX6-6403" fmla="*/ 499725 w 2356835"/>
                <a:gd name="connsiteY6-6404" fmla="*/ 426194 h 697149"/>
                <a:gd name="connsiteX7-6405" fmla="*/ 141914 w 2356835"/>
                <a:gd name="connsiteY7-6406" fmla="*/ 74997 h 697149"/>
                <a:gd name="connsiteX8-6407" fmla="*/ 56 w 2356835"/>
                <a:gd name="connsiteY8-6408" fmla="*/ 73127 h 697149"/>
                <a:gd name="connsiteX9-6409" fmla="*/ 133545 w 2356835"/>
                <a:gd name="connsiteY9-6410" fmla="*/ 1937 h 697149"/>
                <a:gd name="connsiteX0-6411" fmla="*/ 133545 w 2356835"/>
                <a:gd name="connsiteY0-6412" fmla="*/ 1937 h 697149"/>
                <a:gd name="connsiteX1-6413" fmla="*/ 2208700 w 2356835"/>
                <a:gd name="connsiteY1-6414" fmla="*/ 0 h 697149"/>
                <a:gd name="connsiteX2-6415" fmla="*/ 2356835 w 2356835"/>
                <a:gd name="connsiteY2-6416" fmla="*/ 75065 h 697149"/>
                <a:gd name="connsiteX3-6417" fmla="*/ 2208612 w 2356835"/>
                <a:gd name="connsiteY3-6418" fmla="*/ 75966 h 697149"/>
                <a:gd name="connsiteX4-6419" fmla="*/ 1981204 w 2356835"/>
                <a:gd name="connsiteY4-6420" fmla="*/ 426679 h 697149"/>
                <a:gd name="connsiteX5-6421" fmla="*/ 1210934 w 2356835"/>
                <a:gd name="connsiteY5-6422" fmla="*/ 697149 h 697149"/>
                <a:gd name="connsiteX6-6423" fmla="*/ 499725 w 2356835"/>
                <a:gd name="connsiteY6-6424" fmla="*/ 426194 h 697149"/>
                <a:gd name="connsiteX7-6425" fmla="*/ 141914 w 2356835"/>
                <a:gd name="connsiteY7-6426" fmla="*/ 74997 h 697149"/>
                <a:gd name="connsiteX8-6427" fmla="*/ 56 w 2356835"/>
                <a:gd name="connsiteY8-6428" fmla="*/ 73127 h 697149"/>
                <a:gd name="connsiteX9-6429" fmla="*/ 133545 w 2356835"/>
                <a:gd name="connsiteY9-6430" fmla="*/ 1937 h 697149"/>
                <a:gd name="connsiteX0-6431" fmla="*/ 133545 w 2356835"/>
                <a:gd name="connsiteY0-6432" fmla="*/ 1937 h 697149"/>
                <a:gd name="connsiteX1-6433" fmla="*/ 2208700 w 2356835"/>
                <a:gd name="connsiteY1-6434" fmla="*/ 0 h 697149"/>
                <a:gd name="connsiteX2-6435" fmla="*/ 2356835 w 2356835"/>
                <a:gd name="connsiteY2-6436" fmla="*/ 75065 h 697149"/>
                <a:gd name="connsiteX3-6437" fmla="*/ 2208612 w 2356835"/>
                <a:gd name="connsiteY3-6438" fmla="*/ 75966 h 697149"/>
                <a:gd name="connsiteX4-6439" fmla="*/ 1981204 w 2356835"/>
                <a:gd name="connsiteY4-6440" fmla="*/ 426679 h 697149"/>
                <a:gd name="connsiteX5-6441" fmla="*/ 1210934 w 2356835"/>
                <a:gd name="connsiteY5-6442" fmla="*/ 697149 h 697149"/>
                <a:gd name="connsiteX6-6443" fmla="*/ 141914 w 2356835"/>
                <a:gd name="connsiteY6-6444" fmla="*/ 74997 h 697149"/>
                <a:gd name="connsiteX7-6445" fmla="*/ 56 w 2356835"/>
                <a:gd name="connsiteY7-6446" fmla="*/ 73127 h 697149"/>
                <a:gd name="connsiteX8-6447" fmla="*/ 133545 w 2356835"/>
                <a:gd name="connsiteY8-6448" fmla="*/ 1937 h 697149"/>
                <a:gd name="connsiteX0-6449" fmla="*/ 133545 w 2356835"/>
                <a:gd name="connsiteY0-6450" fmla="*/ 1937 h 741704"/>
                <a:gd name="connsiteX1-6451" fmla="*/ 2208700 w 2356835"/>
                <a:gd name="connsiteY1-6452" fmla="*/ 0 h 741704"/>
                <a:gd name="connsiteX2-6453" fmla="*/ 2356835 w 2356835"/>
                <a:gd name="connsiteY2-6454" fmla="*/ 75065 h 741704"/>
                <a:gd name="connsiteX3-6455" fmla="*/ 2208612 w 2356835"/>
                <a:gd name="connsiteY3-6456" fmla="*/ 75966 h 741704"/>
                <a:gd name="connsiteX4-6457" fmla="*/ 1981204 w 2356835"/>
                <a:gd name="connsiteY4-6458" fmla="*/ 426679 h 741704"/>
                <a:gd name="connsiteX5-6459" fmla="*/ 1210934 w 2356835"/>
                <a:gd name="connsiteY5-6460" fmla="*/ 741704 h 741704"/>
                <a:gd name="connsiteX6-6461" fmla="*/ 141914 w 2356835"/>
                <a:gd name="connsiteY6-6462" fmla="*/ 74997 h 741704"/>
                <a:gd name="connsiteX7-6463" fmla="*/ 56 w 2356835"/>
                <a:gd name="connsiteY7-6464" fmla="*/ 73127 h 741704"/>
                <a:gd name="connsiteX8-6465" fmla="*/ 133545 w 2356835"/>
                <a:gd name="connsiteY8-6466" fmla="*/ 1937 h 741704"/>
                <a:gd name="connsiteX0-6467" fmla="*/ 133545 w 2356835"/>
                <a:gd name="connsiteY0-6468" fmla="*/ 1937 h 741704"/>
                <a:gd name="connsiteX1-6469" fmla="*/ 2208700 w 2356835"/>
                <a:gd name="connsiteY1-6470" fmla="*/ 0 h 741704"/>
                <a:gd name="connsiteX2-6471" fmla="*/ 2356835 w 2356835"/>
                <a:gd name="connsiteY2-6472" fmla="*/ 75065 h 741704"/>
                <a:gd name="connsiteX3-6473" fmla="*/ 2208612 w 2356835"/>
                <a:gd name="connsiteY3-6474" fmla="*/ 75966 h 741704"/>
                <a:gd name="connsiteX4-6475" fmla="*/ 1210934 w 2356835"/>
                <a:gd name="connsiteY4-6476" fmla="*/ 741704 h 741704"/>
                <a:gd name="connsiteX5-6477" fmla="*/ 141914 w 2356835"/>
                <a:gd name="connsiteY5-6478" fmla="*/ 74997 h 741704"/>
                <a:gd name="connsiteX6-6479" fmla="*/ 56 w 2356835"/>
                <a:gd name="connsiteY6-6480" fmla="*/ 73127 h 741704"/>
                <a:gd name="connsiteX7-6481" fmla="*/ 133545 w 2356835"/>
                <a:gd name="connsiteY7-6482" fmla="*/ 1937 h 741704"/>
                <a:gd name="connsiteX0-6483" fmla="*/ 133545 w 2356835"/>
                <a:gd name="connsiteY0-6484" fmla="*/ 1937 h 741704"/>
                <a:gd name="connsiteX1-6485" fmla="*/ 2208700 w 2356835"/>
                <a:gd name="connsiteY1-6486" fmla="*/ 0 h 741704"/>
                <a:gd name="connsiteX2-6487" fmla="*/ 2356835 w 2356835"/>
                <a:gd name="connsiteY2-6488" fmla="*/ 75065 h 741704"/>
                <a:gd name="connsiteX3-6489" fmla="*/ 2208612 w 2356835"/>
                <a:gd name="connsiteY3-6490" fmla="*/ 75966 h 741704"/>
                <a:gd name="connsiteX4-6491" fmla="*/ 1210934 w 2356835"/>
                <a:gd name="connsiteY4-6492" fmla="*/ 741704 h 741704"/>
                <a:gd name="connsiteX5-6493" fmla="*/ 141914 w 2356835"/>
                <a:gd name="connsiteY5-6494" fmla="*/ 74997 h 741704"/>
                <a:gd name="connsiteX6-6495" fmla="*/ 56 w 2356835"/>
                <a:gd name="connsiteY6-6496" fmla="*/ 73127 h 741704"/>
                <a:gd name="connsiteX7-6497" fmla="*/ 133545 w 2356835"/>
                <a:gd name="connsiteY7-6498" fmla="*/ 1937 h 741704"/>
                <a:gd name="connsiteX0-6499" fmla="*/ 133545 w 2356835"/>
                <a:gd name="connsiteY0-6500" fmla="*/ 1937 h 741704"/>
                <a:gd name="connsiteX1-6501" fmla="*/ 2208700 w 2356835"/>
                <a:gd name="connsiteY1-6502" fmla="*/ 0 h 741704"/>
                <a:gd name="connsiteX2-6503" fmla="*/ 2356835 w 2356835"/>
                <a:gd name="connsiteY2-6504" fmla="*/ 75065 h 741704"/>
                <a:gd name="connsiteX3-6505" fmla="*/ 2208612 w 2356835"/>
                <a:gd name="connsiteY3-6506" fmla="*/ 75966 h 741704"/>
                <a:gd name="connsiteX4-6507" fmla="*/ 1210934 w 2356835"/>
                <a:gd name="connsiteY4-6508" fmla="*/ 741704 h 741704"/>
                <a:gd name="connsiteX5-6509" fmla="*/ 141914 w 2356835"/>
                <a:gd name="connsiteY5-6510" fmla="*/ 74997 h 741704"/>
                <a:gd name="connsiteX6-6511" fmla="*/ 56 w 2356835"/>
                <a:gd name="connsiteY6-6512" fmla="*/ 73127 h 741704"/>
                <a:gd name="connsiteX7-6513" fmla="*/ 133545 w 2356835"/>
                <a:gd name="connsiteY7-6514" fmla="*/ 1937 h 741704"/>
                <a:gd name="connsiteX0-6515" fmla="*/ 133545 w 2356835"/>
                <a:gd name="connsiteY0-6516" fmla="*/ 1937 h 741704"/>
                <a:gd name="connsiteX1-6517" fmla="*/ 2208700 w 2356835"/>
                <a:gd name="connsiteY1-6518" fmla="*/ 0 h 741704"/>
                <a:gd name="connsiteX2-6519" fmla="*/ 2356835 w 2356835"/>
                <a:gd name="connsiteY2-6520" fmla="*/ 75065 h 741704"/>
                <a:gd name="connsiteX3-6521" fmla="*/ 2208612 w 2356835"/>
                <a:gd name="connsiteY3-6522" fmla="*/ 75966 h 741704"/>
                <a:gd name="connsiteX4-6523" fmla="*/ 1210934 w 2356835"/>
                <a:gd name="connsiteY4-6524" fmla="*/ 741704 h 741704"/>
                <a:gd name="connsiteX5-6525" fmla="*/ 141914 w 2356835"/>
                <a:gd name="connsiteY5-6526" fmla="*/ 74997 h 741704"/>
                <a:gd name="connsiteX6-6527" fmla="*/ 56 w 2356835"/>
                <a:gd name="connsiteY6-6528" fmla="*/ 73127 h 741704"/>
                <a:gd name="connsiteX7-6529" fmla="*/ 133545 w 2356835"/>
                <a:gd name="connsiteY7-6530" fmla="*/ 1937 h 741704"/>
                <a:gd name="connsiteX0-6531" fmla="*/ 133545 w 2356835"/>
                <a:gd name="connsiteY0-6532" fmla="*/ 1937 h 741704"/>
                <a:gd name="connsiteX1-6533" fmla="*/ 2208700 w 2356835"/>
                <a:gd name="connsiteY1-6534" fmla="*/ 0 h 741704"/>
                <a:gd name="connsiteX2-6535" fmla="*/ 2356835 w 2356835"/>
                <a:gd name="connsiteY2-6536" fmla="*/ 75065 h 741704"/>
                <a:gd name="connsiteX3-6537" fmla="*/ 2208612 w 2356835"/>
                <a:gd name="connsiteY3-6538" fmla="*/ 75966 h 741704"/>
                <a:gd name="connsiteX4-6539" fmla="*/ 1210934 w 2356835"/>
                <a:gd name="connsiteY4-6540" fmla="*/ 741704 h 741704"/>
                <a:gd name="connsiteX5-6541" fmla="*/ 141914 w 2356835"/>
                <a:gd name="connsiteY5-6542" fmla="*/ 74997 h 741704"/>
                <a:gd name="connsiteX6-6543" fmla="*/ 56 w 2356835"/>
                <a:gd name="connsiteY6-6544" fmla="*/ 73127 h 741704"/>
                <a:gd name="connsiteX7-6545" fmla="*/ 133545 w 2356835"/>
                <a:gd name="connsiteY7-6546" fmla="*/ 1937 h 741704"/>
                <a:gd name="connsiteX0-6547" fmla="*/ 133545 w 2356835"/>
                <a:gd name="connsiteY0-6548" fmla="*/ 1937 h 741704"/>
                <a:gd name="connsiteX1-6549" fmla="*/ 2208700 w 2356835"/>
                <a:gd name="connsiteY1-6550" fmla="*/ 0 h 741704"/>
                <a:gd name="connsiteX2-6551" fmla="*/ 2356835 w 2356835"/>
                <a:gd name="connsiteY2-6552" fmla="*/ 75065 h 741704"/>
                <a:gd name="connsiteX3-6553" fmla="*/ 2208612 w 2356835"/>
                <a:gd name="connsiteY3-6554" fmla="*/ 75966 h 741704"/>
                <a:gd name="connsiteX4-6555" fmla="*/ 1210934 w 2356835"/>
                <a:gd name="connsiteY4-6556" fmla="*/ 741704 h 741704"/>
                <a:gd name="connsiteX5-6557" fmla="*/ 141914 w 2356835"/>
                <a:gd name="connsiteY5-6558" fmla="*/ 74997 h 741704"/>
                <a:gd name="connsiteX6-6559" fmla="*/ 56 w 2356835"/>
                <a:gd name="connsiteY6-6560" fmla="*/ 73127 h 741704"/>
                <a:gd name="connsiteX7-6561" fmla="*/ 133545 w 2356835"/>
                <a:gd name="connsiteY7-6562" fmla="*/ 1937 h 741704"/>
                <a:gd name="connsiteX0-6563" fmla="*/ 133545 w 2356835"/>
                <a:gd name="connsiteY0-6564" fmla="*/ 1937 h 741704"/>
                <a:gd name="connsiteX1-6565" fmla="*/ 2208700 w 2356835"/>
                <a:gd name="connsiteY1-6566" fmla="*/ 0 h 741704"/>
                <a:gd name="connsiteX2-6567" fmla="*/ 2356835 w 2356835"/>
                <a:gd name="connsiteY2-6568" fmla="*/ 75065 h 741704"/>
                <a:gd name="connsiteX3-6569" fmla="*/ 2208612 w 2356835"/>
                <a:gd name="connsiteY3-6570" fmla="*/ 75966 h 741704"/>
                <a:gd name="connsiteX4-6571" fmla="*/ 1210934 w 2356835"/>
                <a:gd name="connsiteY4-6572" fmla="*/ 741704 h 741704"/>
                <a:gd name="connsiteX5-6573" fmla="*/ 141914 w 2356835"/>
                <a:gd name="connsiteY5-6574" fmla="*/ 74997 h 741704"/>
                <a:gd name="connsiteX6-6575" fmla="*/ 56 w 2356835"/>
                <a:gd name="connsiteY6-6576" fmla="*/ 73127 h 741704"/>
                <a:gd name="connsiteX7-6577" fmla="*/ 133545 w 2356835"/>
                <a:gd name="connsiteY7-6578" fmla="*/ 1937 h 741704"/>
                <a:gd name="connsiteX0-6579" fmla="*/ 133545 w 2356835"/>
                <a:gd name="connsiteY0-6580" fmla="*/ 1937 h 741704"/>
                <a:gd name="connsiteX1-6581" fmla="*/ 2208700 w 2356835"/>
                <a:gd name="connsiteY1-6582" fmla="*/ 0 h 741704"/>
                <a:gd name="connsiteX2-6583" fmla="*/ 2356835 w 2356835"/>
                <a:gd name="connsiteY2-6584" fmla="*/ 75065 h 741704"/>
                <a:gd name="connsiteX3-6585" fmla="*/ 2208612 w 2356835"/>
                <a:gd name="connsiteY3-6586" fmla="*/ 75966 h 741704"/>
                <a:gd name="connsiteX4-6587" fmla="*/ 1210934 w 2356835"/>
                <a:gd name="connsiteY4-6588" fmla="*/ 741704 h 741704"/>
                <a:gd name="connsiteX5-6589" fmla="*/ 146728 w 2356835"/>
                <a:gd name="connsiteY5-6590" fmla="*/ 76934 h 741704"/>
                <a:gd name="connsiteX6-6591" fmla="*/ 56 w 2356835"/>
                <a:gd name="connsiteY6-6592" fmla="*/ 73127 h 741704"/>
                <a:gd name="connsiteX7-6593" fmla="*/ 133545 w 2356835"/>
                <a:gd name="connsiteY7-6594" fmla="*/ 1937 h 741704"/>
                <a:gd name="connsiteX0-6595" fmla="*/ 140761 w 2364051"/>
                <a:gd name="connsiteY0-6596" fmla="*/ 1937 h 741704"/>
                <a:gd name="connsiteX1-6597" fmla="*/ 2215916 w 2364051"/>
                <a:gd name="connsiteY1-6598" fmla="*/ 0 h 741704"/>
                <a:gd name="connsiteX2-6599" fmla="*/ 2364051 w 2364051"/>
                <a:gd name="connsiteY2-6600" fmla="*/ 75065 h 741704"/>
                <a:gd name="connsiteX3-6601" fmla="*/ 2215828 w 2364051"/>
                <a:gd name="connsiteY3-6602" fmla="*/ 75966 h 741704"/>
                <a:gd name="connsiteX4-6603" fmla="*/ 1218150 w 2364051"/>
                <a:gd name="connsiteY4-6604" fmla="*/ 741704 h 741704"/>
                <a:gd name="connsiteX5-6605" fmla="*/ 153944 w 2364051"/>
                <a:gd name="connsiteY5-6606" fmla="*/ 76934 h 741704"/>
                <a:gd name="connsiteX6-6607" fmla="*/ 52 w 2364051"/>
                <a:gd name="connsiteY6-6608" fmla="*/ 75064 h 741704"/>
                <a:gd name="connsiteX7-6609" fmla="*/ 140761 w 2364051"/>
                <a:gd name="connsiteY7-6610" fmla="*/ 1937 h 741704"/>
                <a:gd name="connsiteX0-6611" fmla="*/ 140709 w 2363999"/>
                <a:gd name="connsiteY0-6612" fmla="*/ 1937 h 741704"/>
                <a:gd name="connsiteX1-6613" fmla="*/ 2215864 w 2363999"/>
                <a:gd name="connsiteY1-6614" fmla="*/ 0 h 741704"/>
                <a:gd name="connsiteX2-6615" fmla="*/ 2363999 w 2363999"/>
                <a:gd name="connsiteY2-6616" fmla="*/ 75065 h 741704"/>
                <a:gd name="connsiteX3-6617" fmla="*/ 2215776 w 2363999"/>
                <a:gd name="connsiteY3-6618" fmla="*/ 75966 h 741704"/>
                <a:gd name="connsiteX4-6619" fmla="*/ 1218098 w 2363999"/>
                <a:gd name="connsiteY4-6620" fmla="*/ 741704 h 741704"/>
                <a:gd name="connsiteX5-6621" fmla="*/ 153892 w 2363999"/>
                <a:gd name="connsiteY5-6622" fmla="*/ 76934 h 741704"/>
                <a:gd name="connsiteX6-6623" fmla="*/ 0 w 2363999"/>
                <a:gd name="connsiteY6-6624" fmla="*/ 75064 h 741704"/>
                <a:gd name="connsiteX7-6625" fmla="*/ 140709 w 2363999"/>
                <a:gd name="connsiteY7-6626" fmla="*/ 1937 h 741704"/>
                <a:gd name="connsiteX0-6627" fmla="*/ 140709 w 2363999"/>
                <a:gd name="connsiteY0-6628" fmla="*/ 1937 h 741704"/>
                <a:gd name="connsiteX1-6629" fmla="*/ 2215864 w 2363999"/>
                <a:gd name="connsiteY1-6630" fmla="*/ 0 h 741704"/>
                <a:gd name="connsiteX2-6631" fmla="*/ 2363999 w 2363999"/>
                <a:gd name="connsiteY2-6632" fmla="*/ 75065 h 741704"/>
                <a:gd name="connsiteX3-6633" fmla="*/ 2215776 w 2363999"/>
                <a:gd name="connsiteY3-6634" fmla="*/ 75966 h 741704"/>
                <a:gd name="connsiteX4-6635" fmla="*/ 1218098 w 2363999"/>
                <a:gd name="connsiteY4-6636" fmla="*/ 741704 h 741704"/>
                <a:gd name="connsiteX5-6637" fmla="*/ 153892 w 2363999"/>
                <a:gd name="connsiteY5-6638" fmla="*/ 76934 h 741704"/>
                <a:gd name="connsiteX6-6639" fmla="*/ 0 w 2363999"/>
                <a:gd name="connsiteY6-6640" fmla="*/ 75064 h 741704"/>
                <a:gd name="connsiteX7-6641" fmla="*/ 140709 w 2363999"/>
                <a:gd name="connsiteY7-6642" fmla="*/ 1937 h 741704"/>
                <a:gd name="connsiteX0-6643" fmla="*/ 140709 w 2363999"/>
                <a:gd name="connsiteY0-6644" fmla="*/ 1937 h 741704"/>
                <a:gd name="connsiteX1-6645" fmla="*/ 2215864 w 2363999"/>
                <a:gd name="connsiteY1-6646" fmla="*/ 0 h 741704"/>
                <a:gd name="connsiteX2-6647" fmla="*/ 2363999 w 2363999"/>
                <a:gd name="connsiteY2-6648" fmla="*/ 75065 h 741704"/>
                <a:gd name="connsiteX3-6649" fmla="*/ 2215776 w 2363999"/>
                <a:gd name="connsiteY3-6650" fmla="*/ 75966 h 741704"/>
                <a:gd name="connsiteX4-6651" fmla="*/ 1218098 w 2363999"/>
                <a:gd name="connsiteY4-6652" fmla="*/ 741704 h 741704"/>
                <a:gd name="connsiteX5-6653" fmla="*/ 157502 w 2363999"/>
                <a:gd name="connsiteY5-6654" fmla="*/ 74028 h 741704"/>
                <a:gd name="connsiteX6-6655" fmla="*/ 0 w 2363999"/>
                <a:gd name="connsiteY6-6656" fmla="*/ 75064 h 741704"/>
                <a:gd name="connsiteX7-6657" fmla="*/ 140709 w 2363999"/>
                <a:gd name="connsiteY7-6658" fmla="*/ 1937 h 741704"/>
                <a:gd name="connsiteX0-6659" fmla="*/ 140709 w 2363999"/>
                <a:gd name="connsiteY0-6660" fmla="*/ 1937 h 741704"/>
                <a:gd name="connsiteX1-6661" fmla="*/ 2215864 w 2363999"/>
                <a:gd name="connsiteY1-6662" fmla="*/ 0 h 741704"/>
                <a:gd name="connsiteX2-6663" fmla="*/ 2363999 w 2363999"/>
                <a:gd name="connsiteY2-6664" fmla="*/ 75065 h 741704"/>
                <a:gd name="connsiteX3-6665" fmla="*/ 2215776 w 2363999"/>
                <a:gd name="connsiteY3-6666" fmla="*/ 75966 h 741704"/>
                <a:gd name="connsiteX4-6667" fmla="*/ 1218098 w 2363999"/>
                <a:gd name="connsiteY4-6668" fmla="*/ 741704 h 741704"/>
                <a:gd name="connsiteX5-6669" fmla="*/ 157502 w 2363999"/>
                <a:gd name="connsiteY5-6670" fmla="*/ 74028 h 741704"/>
                <a:gd name="connsiteX6-6671" fmla="*/ 0 w 2363999"/>
                <a:gd name="connsiteY6-6672" fmla="*/ 75064 h 741704"/>
                <a:gd name="connsiteX7-6673" fmla="*/ 140709 w 2363999"/>
                <a:gd name="connsiteY7-6674" fmla="*/ 1937 h 741704"/>
                <a:gd name="connsiteX0-6675" fmla="*/ 140709 w 2363999"/>
                <a:gd name="connsiteY0-6676" fmla="*/ 1937 h 741704"/>
                <a:gd name="connsiteX1-6677" fmla="*/ 2215864 w 2363999"/>
                <a:gd name="connsiteY1-6678" fmla="*/ 0 h 741704"/>
                <a:gd name="connsiteX2-6679" fmla="*/ 2363999 w 2363999"/>
                <a:gd name="connsiteY2-6680" fmla="*/ 75065 h 741704"/>
                <a:gd name="connsiteX3-6681" fmla="*/ 2215776 w 2363999"/>
                <a:gd name="connsiteY3-6682" fmla="*/ 75966 h 741704"/>
                <a:gd name="connsiteX4-6683" fmla="*/ 1218098 w 2363999"/>
                <a:gd name="connsiteY4-6684" fmla="*/ 741704 h 741704"/>
                <a:gd name="connsiteX5-6685" fmla="*/ 157502 w 2363999"/>
                <a:gd name="connsiteY5-6686" fmla="*/ 74028 h 741704"/>
                <a:gd name="connsiteX6-6687" fmla="*/ 0 w 2363999"/>
                <a:gd name="connsiteY6-6688" fmla="*/ 75064 h 741704"/>
                <a:gd name="connsiteX7-6689" fmla="*/ 140709 w 2363999"/>
                <a:gd name="connsiteY7-6690" fmla="*/ 1937 h 741704"/>
                <a:gd name="connsiteX0-6691" fmla="*/ 140709 w 2363999"/>
                <a:gd name="connsiteY0-6692" fmla="*/ 1937 h 741704"/>
                <a:gd name="connsiteX1-6693" fmla="*/ 2215864 w 2363999"/>
                <a:gd name="connsiteY1-6694" fmla="*/ 0 h 741704"/>
                <a:gd name="connsiteX2-6695" fmla="*/ 2363999 w 2363999"/>
                <a:gd name="connsiteY2-6696" fmla="*/ 75065 h 741704"/>
                <a:gd name="connsiteX3-6697" fmla="*/ 2215776 w 2363999"/>
                <a:gd name="connsiteY3-6698" fmla="*/ 75966 h 741704"/>
                <a:gd name="connsiteX4-6699" fmla="*/ 1218098 w 2363999"/>
                <a:gd name="connsiteY4-6700" fmla="*/ 741704 h 741704"/>
                <a:gd name="connsiteX5-6701" fmla="*/ 157502 w 2363999"/>
                <a:gd name="connsiteY5-6702" fmla="*/ 74028 h 741704"/>
                <a:gd name="connsiteX6-6703" fmla="*/ 0 w 2363999"/>
                <a:gd name="connsiteY6-6704" fmla="*/ 75064 h 741704"/>
                <a:gd name="connsiteX7-6705" fmla="*/ 140709 w 2363999"/>
                <a:gd name="connsiteY7-6706" fmla="*/ 1937 h 741704"/>
                <a:gd name="connsiteX0-6707" fmla="*/ 140709 w 2363999"/>
                <a:gd name="connsiteY0-6708" fmla="*/ 1937 h 741704"/>
                <a:gd name="connsiteX1-6709" fmla="*/ 2215864 w 2363999"/>
                <a:gd name="connsiteY1-6710" fmla="*/ 0 h 741704"/>
                <a:gd name="connsiteX2-6711" fmla="*/ 2363999 w 2363999"/>
                <a:gd name="connsiteY2-6712" fmla="*/ 75065 h 741704"/>
                <a:gd name="connsiteX3-6713" fmla="*/ 2215776 w 2363999"/>
                <a:gd name="connsiteY3-6714" fmla="*/ 75966 h 741704"/>
                <a:gd name="connsiteX4-6715" fmla="*/ 1218098 w 2363999"/>
                <a:gd name="connsiteY4-6716" fmla="*/ 741704 h 741704"/>
                <a:gd name="connsiteX5-6717" fmla="*/ 157502 w 2363999"/>
                <a:gd name="connsiteY5-6718" fmla="*/ 74028 h 741704"/>
                <a:gd name="connsiteX6-6719" fmla="*/ 0 w 2363999"/>
                <a:gd name="connsiteY6-6720" fmla="*/ 75064 h 741704"/>
                <a:gd name="connsiteX7-6721" fmla="*/ 140709 w 2363999"/>
                <a:gd name="connsiteY7-6722" fmla="*/ 1937 h 741704"/>
                <a:gd name="connsiteX0-6723" fmla="*/ 140709 w 2363999"/>
                <a:gd name="connsiteY0-6724" fmla="*/ 1937 h 741704"/>
                <a:gd name="connsiteX1-6725" fmla="*/ 2215864 w 2363999"/>
                <a:gd name="connsiteY1-6726" fmla="*/ 0 h 741704"/>
                <a:gd name="connsiteX2-6727" fmla="*/ 2363999 w 2363999"/>
                <a:gd name="connsiteY2-6728" fmla="*/ 75065 h 741704"/>
                <a:gd name="connsiteX3-6729" fmla="*/ 2215776 w 2363999"/>
                <a:gd name="connsiteY3-6730" fmla="*/ 75966 h 741704"/>
                <a:gd name="connsiteX4-6731" fmla="*/ 1218098 w 2363999"/>
                <a:gd name="connsiteY4-6732" fmla="*/ 741704 h 741704"/>
                <a:gd name="connsiteX5-6733" fmla="*/ 157502 w 2363999"/>
                <a:gd name="connsiteY5-6734" fmla="*/ 74028 h 741704"/>
                <a:gd name="connsiteX6-6735" fmla="*/ 0 w 2363999"/>
                <a:gd name="connsiteY6-6736" fmla="*/ 75064 h 741704"/>
                <a:gd name="connsiteX7-6737" fmla="*/ 140709 w 2363999"/>
                <a:gd name="connsiteY7-6738" fmla="*/ 1937 h 741704"/>
                <a:gd name="connsiteX0-6739" fmla="*/ 140709 w 2363999"/>
                <a:gd name="connsiteY0-6740" fmla="*/ 1937 h 741704"/>
                <a:gd name="connsiteX1-6741" fmla="*/ 2215864 w 2363999"/>
                <a:gd name="connsiteY1-6742" fmla="*/ 0 h 741704"/>
                <a:gd name="connsiteX2-6743" fmla="*/ 2363999 w 2363999"/>
                <a:gd name="connsiteY2-6744" fmla="*/ 75065 h 741704"/>
                <a:gd name="connsiteX3-6745" fmla="*/ 2215776 w 2363999"/>
                <a:gd name="connsiteY3-6746" fmla="*/ 75966 h 741704"/>
                <a:gd name="connsiteX4-6747" fmla="*/ 1218098 w 2363999"/>
                <a:gd name="connsiteY4-6748" fmla="*/ 741704 h 741704"/>
                <a:gd name="connsiteX5-6749" fmla="*/ 157502 w 2363999"/>
                <a:gd name="connsiteY5-6750" fmla="*/ 74028 h 741704"/>
                <a:gd name="connsiteX6-6751" fmla="*/ 0 w 2363999"/>
                <a:gd name="connsiteY6-6752" fmla="*/ 75064 h 741704"/>
                <a:gd name="connsiteX7-6753" fmla="*/ 140709 w 2363999"/>
                <a:gd name="connsiteY7-6754" fmla="*/ 1937 h 741704"/>
                <a:gd name="connsiteX0-6755" fmla="*/ 140709 w 2363999"/>
                <a:gd name="connsiteY0-6756" fmla="*/ 1937 h 741704"/>
                <a:gd name="connsiteX1-6757" fmla="*/ 2215864 w 2363999"/>
                <a:gd name="connsiteY1-6758" fmla="*/ 0 h 741704"/>
                <a:gd name="connsiteX2-6759" fmla="*/ 2363999 w 2363999"/>
                <a:gd name="connsiteY2-6760" fmla="*/ 75065 h 741704"/>
                <a:gd name="connsiteX3-6761" fmla="*/ 2215776 w 2363999"/>
                <a:gd name="connsiteY3-6762" fmla="*/ 75966 h 741704"/>
                <a:gd name="connsiteX4-6763" fmla="*/ 1218098 w 2363999"/>
                <a:gd name="connsiteY4-6764" fmla="*/ 741704 h 741704"/>
                <a:gd name="connsiteX5-6765" fmla="*/ 157502 w 2363999"/>
                <a:gd name="connsiteY5-6766" fmla="*/ 74028 h 741704"/>
                <a:gd name="connsiteX6-6767" fmla="*/ 0 w 2363999"/>
                <a:gd name="connsiteY6-6768" fmla="*/ 75064 h 741704"/>
                <a:gd name="connsiteX7-6769" fmla="*/ 140709 w 2363999"/>
                <a:gd name="connsiteY7-6770" fmla="*/ 1937 h 741704"/>
                <a:gd name="connsiteX0-6771" fmla="*/ 140709 w 2363999"/>
                <a:gd name="connsiteY0-6772" fmla="*/ 1937 h 741704"/>
                <a:gd name="connsiteX1-6773" fmla="*/ 2215864 w 2363999"/>
                <a:gd name="connsiteY1-6774" fmla="*/ 0 h 741704"/>
                <a:gd name="connsiteX2-6775" fmla="*/ 2363999 w 2363999"/>
                <a:gd name="connsiteY2-6776" fmla="*/ 75065 h 741704"/>
                <a:gd name="connsiteX3-6777" fmla="*/ 2215776 w 2363999"/>
                <a:gd name="connsiteY3-6778" fmla="*/ 75966 h 741704"/>
                <a:gd name="connsiteX4-6779" fmla="*/ 1218098 w 2363999"/>
                <a:gd name="connsiteY4-6780" fmla="*/ 741704 h 741704"/>
                <a:gd name="connsiteX5-6781" fmla="*/ 157502 w 2363999"/>
                <a:gd name="connsiteY5-6782" fmla="*/ 74028 h 741704"/>
                <a:gd name="connsiteX6-6783" fmla="*/ 0 w 2363999"/>
                <a:gd name="connsiteY6-6784" fmla="*/ 75064 h 741704"/>
                <a:gd name="connsiteX7-6785" fmla="*/ 140709 w 2363999"/>
                <a:gd name="connsiteY7-6786" fmla="*/ 1937 h 741704"/>
                <a:gd name="connsiteX0-6787" fmla="*/ 140709 w 2363999"/>
                <a:gd name="connsiteY0-6788" fmla="*/ 1937 h 741704"/>
                <a:gd name="connsiteX1-6789" fmla="*/ 2215864 w 2363999"/>
                <a:gd name="connsiteY1-6790" fmla="*/ 0 h 741704"/>
                <a:gd name="connsiteX2-6791" fmla="*/ 2363999 w 2363999"/>
                <a:gd name="connsiteY2-6792" fmla="*/ 75065 h 741704"/>
                <a:gd name="connsiteX3-6793" fmla="*/ 2215776 w 2363999"/>
                <a:gd name="connsiteY3-6794" fmla="*/ 75966 h 741704"/>
                <a:gd name="connsiteX4-6795" fmla="*/ 1218098 w 2363999"/>
                <a:gd name="connsiteY4-6796" fmla="*/ 741704 h 741704"/>
                <a:gd name="connsiteX5-6797" fmla="*/ 157502 w 2363999"/>
                <a:gd name="connsiteY5-6798" fmla="*/ 74028 h 741704"/>
                <a:gd name="connsiteX6-6799" fmla="*/ 0 w 2363999"/>
                <a:gd name="connsiteY6-6800" fmla="*/ 75064 h 741704"/>
                <a:gd name="connsiteX7-6801" fmla="*/ 140709 w 2363999"/>
                <a:gd name="connsiteY7-6802" fmla="*/ 1937 h 741704"/>
                <a:gd name="connsiteX0-6803" fmla="*/ 140709 w 2363999"/>
                <a:gd name="connsiteY0-6804" fmla="*/ 1937 h 741742"/>
                <a:gd name="connsiteX1-6805" fmla="*/ 2215864 w 2363999"/>
                <a:gd name="connsiteY1-6806" fmla="*/ 0 h 741742"/>
                <a:gd name="connsiteX2-6807" fmla="*/ 2363999 w 2363999"/>
                <a:gd name="connsiteY2-6808" fmla="*/ 75065 h 741742"/>
                <a:gd name="connsiteX3-6809" fmla="*/ 2215776 w 2363999"/>
                <a:gd name="connsiteY3-6810" fmla="*/ 75966 h 741742"/>
                <a:gd name="connsiteX4-6811" fmla="*/ 1218098 w 2363999"/>
                <a:gd name="connsiteY4-6812" fmla="*/ 741704 h 741742"/>
                <a:gd name="connsiteX5-6813" fmla="*/ 157502 w 2363999"/>
                <a:gd name="connsiteY5-6814" fmla="*/ 74028 h 741742"/>
                <a:gd name="connsiteX6-6815" fmla="*/ 0 w 2363999"/>
                <a:gd name="connsiteY6-6816" fmla="*/ 75064 h 741742"/>
                <a:gd name="connsiteX7-6817" fmla="*/ 140709 w 2363999"/>
                <a:gd name="connsiteY7-6818" fmla="*/ 1937 h 741742"/>
                <a:gd name="connsiteX0-6819" fmla="*/ 140709 w 2363999"/>
                <a:gd name="connsiteY0-6820" fmla="*/ 1937 h 741740"/>
                <a:gd name="connsiteX1-6821" fmla="*/ 2215864 w 2363999"/>
                <a:gd name="connsiteY1-6822" fmla="*/ 0 h 741740"/>
                <a:gd name="connsiteX2-6823" fmla="*/ 2363999 w 2363999"/>
                <a:gd name="connsiteY2-6824" fmla="*/ 75065 h 741740"/>
                <a:gd name="connsiteX3-6825" fmla="*/ 2215776 w 2363999"/>
                <a:gd name="connsiteY3-6826" fmla="*/ 75966 h 741740"/>
                <a:gd name="connsiteX4-6827" fmla="*/ 1218098 w 2363999"/>
                <a:gd name="connsiteY4-6828" fmla="*/ 741704 h 741740"/>
                <a:gd name="connsiteX5-6829" fmla="*/ 157502 w 2363999"/>
                <a:gd name="connsiteY5-6830" fmla="*/ 74028 h 741740"/>
                <a:gd name="connsiteX6-6831" fmla="*/ 0 w 2363999"/>
                <a:gd name="connsiteY6-6832" fmla="*/ 75064 h 741740"/>
                <a:gd name="connsiteX7-6833" fmla="*/ 140709 w 2363999"/>
                <a:gd name="connsiteY7-6834" fmla="*/ 1937 h 741740"/>
                <a:gd name="connsiteX0-6835" fmla="*/ 140709 w 2363999"/>
                <a:gd name="connsiteY0-6836" fmla="*/ 1937 h 741740"/>
                <a:gd name="connsiteX1-6837" fmla="*/ 2215864 w 2363999"/>
                <a:gd name="connsiteY1-6838" fmla="*/ 0 h 741740"/>
                <a:gd name="connsiteX2-6839" fmla="*/ 2363999 w 2363999"/>
                <a:gd name="connsiteY2-6840" fmla="*/ 75065 h 741740"/>
                <a:gd name="connsiteX3-6841" fmla="*/ 2215776 w 2363999"/>
                <a:gd name="connsiteY3-6842" fmla="*/ 75966 h 741740"/>
                <a:gd name="connsiteX4-6843" fmla="*/ 1218098 w 2363999"/>
                <a:gd name="connsiteY4-6844" fmla="*/ 741704 h 741740"/>
                <a:gd name="connsiteX5-6845" fmla="*/ 157502 w 2363999"/>
                <a:gd name="connsiteY5-6846" fmla="*/ 74028 h 741740"/>
                <a:gd name="connsiteX6-6847" fmla="*/ 0 w 2363999"/>
                <a:gd name="connsiteY6-6848" fmla="*/ 75064 h 741740"/>
                <a:gd name="connsiteX7-6849" fmla="*/ 140709 w 2363999"/>
                <a:gd name="connsiteY7-6850" fmla="*/ 1937 h 741740"/>
                <a:gd name="connsiteX0-6851" fmla="*/ 140709 w 2363999"/>
                <a:gd name="connsiteY0-6852" fmla="*/ 1937 h 741740"/>
                <a:gd name="connsiteX1-6853" fmla="*/ 2215864 w 2363999"/>
                <a:gd name="connsiteY1-6854" fmla="*/ 0 h 741740"/>
                <a:gd name="connsiteX2-6855" fmla="*/ 2363999 w 2363999"/>
                <a:gd name="connsiteY2-6856" fmla="*/ 75065 h 741740"/>
                <a:gd name="connsiteX3-6857" fmla="*/ 2215776 w 2363999"/>
                <a:gd name="connsiteY3-6858" fmla="*/ 75966 h 741740"/>
                <a:gd name="connsiteX4-6859" fmla="*/ 1218098 w 2363999"/>
                <a:gd name="connsiteY4-6860" fmla="*/ 741704 h 741740"/>
                <a:gd name="connsiteX5-6861" fmla="*/ 157502 w 2363999"/>
                <a:gd name="connsiteY5-6862" fmla="*/ 74028 h 741740"/>
                <a:gd name="connsiteX6-6863" fmla="*/ 0 w 2363999"/>
                <a:gd name="connsiteY6-6864" fmla="*/ 75064 h 741740"/>
                <a:gd name="connsiteX7-6865" fmla="*/ 140709 w 2363999"/>
                <a:gd name="connsiteY7-6866" fmla="*/ 1937 h 741740"/>
                <a:gd name="connsiteX0-6867" fmla="*/ 140709 w 2363999"/>
                <a:gd name="connsiteY0-6868" fmla="*/ 1937 h 741740"/>
                <a:gd name="connsiteX1-6869" fmla="*/ 2215864 w 2363999"/>
                <a:gd name="connsiteY1-6870" fmla="*/ 0 h 741740"/>
                <a:gd name="connsiteX2-6871" fmla="*/ 2363999 w 2363999"/>
                <a:gd name="connsiteY2-6872" fmla="*/ 75065 h 741740"/>
                <a:gd name="connsiteX3-6873" fmla="*/ 2215776 w 2363999"/>
                <a:gd name="connsiteY3-6874" fmla="*/ 75966 h 741740"/>
                <a:gd name="connsiteX4-6875" fmla="*/ 1218098 w 2363999"/>
                <a:gd name="connsiteY4-6876" fmla="*/ 741704 h 741740"/>
                <a:gd name="connsiteX5-6877" fmla="*/ 157502 w 2363999"/>
                <a:gd name="connsiteY5-6878" fmla="*/ 74028 h 741740"/>
                <a:gd name="connsiteX6-6879" fmla="*/ 0 w 2363999"/>
                <a:gd name="connsiteY6-6880" fmla="*/ 75064 h 741740"/>
                <a:gd name="connsiteX7-6881" fmla="*/ 140709 w 2363999"/>
                <a:gd name="connsiteY7-6882" fmla="*/ 1937 h 741740"/>
                <a:gd name="connsiteX0-6883" fmla="*/ 140709 w 2363999"/>
                <a:gd name="connsiteY0-6884" fmla="*/ 1937 h 741740"/>
                <a:gd name="connsiteX1-6885" fmla="*/ 2215864 w 2363999"/>
                <a:gd name="connsiteY1-6886" fmla="*/ 0 h 741740"/>
                <a:gd name="connsiteX2-6887" fmla="*/ 2363999 w 2363999"/>
                <a:gd name="connsiteY2-6888" fmla="*/ 75065 h 741740"/>
                <a:gd name="connsiteX3-6889" fmla="*/ 2215776 w 2363999"/>
                <a:gd name="connsiteY3-6890" fmla="*/ 75966 h 741740"/>
                <a:gd name="connsiteX4-6891" fmla="*/ 1218098 w 2363999"/>
                <a:gd name="connsiteY4-6892" fmla="*/ 741704 h 741740"/>
                <a:gd name="connsiteX5-6893" fmla="*/ 157502 w 2363999"/>
                <a:gd name="connsiteY5-6894" fmla="*/ 74028 h 741740"/>
                <a:gd name="connsiteX6-6895" fmla="*/ 0 w 2363999"/>
                <a:gd name="connsiteY6-6896" fmla="*/ 75064 h 741740"/>
                <a:gd name="connsiteX7-6897" fmla="*/ 140709 w 2363999"/>
                <a:gd name="connsiteY7-6898" fmla="*/ 1937 h 741740"/>
                <a:gd name="connsiteX0-6899" fmla="*/ 140709 w 2363999"/>
                <a:gd name="connsiteY0-6900" fmla="*/ 1937 h 699144"/>
                <a:gd name="connsiteX1-6901" fmla="*/ 2215864 w 2363999"/>
                <a:gd name="connsiteY1-6902" fmla="*/ 0 h 699144"/>
                <a:gd name="connsiteX2-6903" fmla="*/ 2363999 w 2363999"/>
                <a:gd name="connsiteY2-6904" fmla="*/ 75065 h 699144"/>
                <a:gd name="connsiteX3-6905" fmla="*/ 2215776 w 2363999"/>
                <a:gd name="connsiteY3-6906" fmla="*/ 75966 h 699144"/>
                <a:gd name="connsiteX4-6907" fmla="*/ 1218098 w 2363999"/>
                <a:gd name="connsiteY4-6908" fmla="*/ 699099 h 699144"/>
                <a:gd name="connsiteX5-6909" fmla="*/ 157502 w 2363999"/>
                <a:gd name="connsiteY5-6910" fmla="*/ 74028 h 699144"/>
                <a:gd name="connsiteX6-6911" fmla="*/ 0 w 2363999"/>
                <a:gd name="connsiteY6-6912" fmla="*/ 75064 h 699144"/>
                <a:gd name="connsiteX7-6913" fmla="*/ 140709 w 2363999"/>
                <a:gd name="connsiteY7-6914" fmla="*/ 1937 h 699144"/>
                <a:gd name="connsiteX0-6915" fmla="*/ 140709 w 2363999"/>
                <a:gd name="connsiteY0-6916" fmla="*/ 1937 h 699144"/>
                <a:gd name="connsiteX1-6917" fmla="*/ 2215864 w 2363999"/>
                <a:gd name="connsiteY1-6918" fmla="*/ 0 h 699144"/>
                <a:gd name="connsiteX2-6919" fmla="*/ 2363999 w 2363999"/>
                <a:gd name="connsiteY2-6920" fmla="*/ 75065 h 699144"/>
                <a:gd name="connsiteX3-6921" fmla="*/ 2215776 w 2363999"/>
                <a:gd name="connsiteY3-6922" fmla="*/ 75966 h 699144"/>
                <a:gd name="connsiteX4-6923" fmla="*/ 1194029 w 2363999"/>
                <a:gd name="connsiteY4-6924" fmla="*/ 699099 h 699144"/>
                <a:gd name="connsiteX5-6925" fmla="*/ 157502 w 2363999"/>
                <a:gd name="connsiteY5-6926" fmla="*/ 74028 h 699144"/>
                <a:gd name="connsiteX6-6927" fmla="*/ 0 w 2363999"/>
                <a:gd name="connsiteY6-6928" fmla="*/ 75064 h 699144"/>
                <a:gd name="connsiteX7-6929" fmla="*/ 140709 w 2363999"/>
                <a:gd name="connsiteY7-6930" fmla="*/ 1937 h 699144"/>
                <a:gd name="connsiteX0-6931" fmla="*/ 140709 w 2363999"/>
                <a:gd name="connsiteY0-6932" fmla="*/ 1937 h 699144"/>
                <a:gd name="connsiteX1-6933" fmla="*/ 2215864 w 2363999"/>
                <a:gd name="connsiteY1-6934" fmla="*/ 0 h 699144"/>
                <a:gd name="connsiteX2-6935" fmla="*/ 2363999 w 2363999"/>
                <a:gd name="connsiteY2-6936" fmla="*/ 75065 h 699144"/>
                <a:gd name="connsiteX3-6937" fmla="*/ 2215776 w 2363999"/>
                <a:gd name="connsiteY3-6938" fmla="*/ 75966 h 699144"/>
                <a:gd name="connsiteX4-6939" fmla="*/ 1194029 w 2363999"/>
                <a:gd name="connsiteY4-6940" fmla="*/ 699099 h 699144"/>
                <a:gd name="connsiteX5-6941" fmla="*/ 157502 w 2363999"/>
                <a:gd name="connsiteY5-6942" fmla="*/ 74028 h 699144"/>
                <a:gd name="connsiteX6-6943" fmla="*/ 0 w 2363999"/>
                <a:gd name="connsiteY6-6944" fmla="*/ 75064 h 699144"/>
                <a:gd name="connsiteX7-6945" fmla="*/ 140709 w 2363999"/>
                <a:gd name="connsiteY7-6946" fmla="*/ 1937 h 699144"/>
                <a:gd name="connsiteX0-6947" fmla="*/ 140709 w 2363999"/>
                <a:gd name="connsiteY0-6948" fmla="*/ 1937 h 699144"/>
                <a:gd name="connsiteX1-6949" fmla="*/ 2215864 w 2363999"/>
                <a:gd name="connsiteY1-6950" fmla="*/ 0 h 699144"/>
                <a:gd name="connsiteX2-6951" fmla="*/ 2363999 w 2363999"/>
                <a:gd name="connsiteY2-6952" fmla="*/ 75065 h 699144"/>
                <a:gd name="connsiteX3-6953" fmla="*/ 2215776 w 2363999"/>
                <a:gd name="connsiteY3-6954" fmla="*/ 75966 h 699144"/>
                <a:gd name="connsiteX4-6955" fmla="*/ 1194029 w 2363999"/>
                <a:gd name="connsiteY4-6956" fmla="*/ 699099 h 699144"/>
                <a:gd name="connsiteX5-6957" fmla="*/ 157502 w 2363999"/>
                <a:gd name="connsiteY5-6958" fmla="*/ 74028 h 699144"/>
                <a:gd name="connsiteX6-6959" fmla="*/ 0 w 2363999"/>
                <a:gd name="connsiteY6-6960" fmla="*/ 75064 h 699144"/>
                <a:gd name="connsiteX7-6961" fmla="*/ 140709 w 2363999"/>
                <a:gd name="connsiteY7-6962" fmla="*/ 1937 h 699144"/>
                <a:gd name="connsiteX0-6963" fmla="*/ 140709 w 2363999"/>
                <a:gd name="connsiteY0-6964" fmla="*/ 1937 h 699144"/>
                <a:gd name="connsiteX1-6965" fmla="*/ 2215864 w 2363999"/>
                <a:gd name="connsiteY1-6966" fmla="*/ 0 h 699144"/>
                <a:gd name="connsiteX2-6967" fmla="*/ 2363999 w 2363999"/>
                <a:gd name="connsiteY2-6968" fmla="*/ 75065 h 699144"/>
                <a:gd name="connsiteX3-6969" fmla="*/ 2215776 w 2363999"/>
                <a:gd name="connsiteY3-6970" fmla="*/ 75966 h 699144"/>
                <a:gd name="connsiteX4-6971" fmla="*/ 1194029 w 2363999"/>
                <a:gd name="connsiteY4-6972" fmla="*/ 699099 h 699144"/>
                <a:gd name="connsiteX5-6973" fmla="*/ 157502 w 2363999"/>
                <a:gd name="connsiteY5-6974" fmla="*/ 74028 h 699144"/>
                <a:gd name="connsiteX6-6975" fmla="*/ 0 w 2363999"/>
                <a:gd name="connsiteY6-6976" fmla="*/ 75064 h 699144"/>
                <a:gd name="connsiteX7-6977" fmla="*/ 140709 w 2363999"/>
                <a:gd name="connsiteY7-6978" fmla="*/ 1937 h 69914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363999" h="699144">
                  <a:moveTo>
                    <a:pt x="140709" y="1937"/>
                  </a:moveTo>
                  <a:lnTo>
                    <a:pt x="2215864" y="0"/>
                  </a:lnTo>
                  <a:cubicBezTo>
                    <a:pt x="2216400" y="37764"/>
                    <a:pt x="2359380" y="29846"/>
                    <a:pt x="2363999" y="75065"/>
                  </a:cubicBezTo>
                  <a:lnTo>
                    <a:pt x="2215776" y="75966"/>
                  </a:lnTo>
                  <a:cubicBezTo>
                    <a:pt x="2058489" y="457885"/>
                    <a:pt x="1716587" y="697324"/>
                    <a:pt x="1194029" y="699099"/>
                  </a:cubicBezTo>
                  <a:cubicBezTo>
                    <a:pt x="654015" y="702475"/>
                    <a:pt x="328027" y="517038"/>
                    <a:pt x="157502" y="74028"/>
                  </a:cubicBezTo>
                  <a:cubicBezTo>
                    <a:pt x="4425" y="74267"/>
                    <a:pt x="112110" y="76103"/>
                    <a:pt x="0" y="75064"/>
                  </a:cubicBezTo>
                  <a:cubicBezTo>
                    <a:pt x="2091" y="37593"/>
                    <a:pt x="138994" y="54281"/>
                    <a:pt x="140709" y="1937"/>
                  </a:cubicBezTo>
                  <a:close/>
                </a:path>
              </a:pathLst>
            </a:custGeom>
            <a:solidFill>
              <a:srgbClr val="004EA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79400" dist="88900" dir="2700000" algn="ctr" rotWithShape="0">
                <a:schemeClr val="accent1">
                  <a:alpha val="29000"/>
                </a:scheme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371600">
                <a:lnSpc>
                  <a:spcPct val="90000"/>
                </a:lnSpc>
              </a:pPr>
              <a:r>
                <a:rPr lang="zh-CN" sz="36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总结</a:t>
              </a:r>
              <a:r>
                <a:rPr lang="zh-CN" sz="4400" b="1" kern="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验证</a:t>
              </a:r>
              <a:endParaRPr lang="zh-CN" altLang="en-US" sz="36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48164" y="675724"/>
              <a:ext cx="1728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71600">
                <a:defRPr/>
              </a:pPr>
              <a:r>
                <a:rPr lang="zh-CN" altLang="en-US" sz="2800" b="1" dirty="0">
                  <a:solidFill>
                    <a:srgbClr val="004EA1"/>
                  </a:solidFill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</a:rPr>
                <a:t>研究背景</a:t>
              </a: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38" t="60263" r="8572" b="22937"/>
          <a:stretch>
            <a:fillRect/>
          </a:stretch>
        </p:blipFill>
        <p:spPr>
          <a:xfrm>
            <a:off x="13703307" y="549772"/>
            <a:ext cx="3812391" cy="850493"/>
          </a:xfrm>
          <a:prstGeom prst="rect">
            <a:avLst/>
          </a:prstGeom>
        </p:spPr>
      </p:pic>
      <p:sp>
        <p:nvSpPr>
          <p:cNvPr id="109" name="Freeform 16"/>
          <p:cNvSpPr/>
          <p:nvPr/>
        </p:nvSpPr>
        <p:spPr>
          <a:xfrm>
            <a:off x="-50" y="6921316"/>
            <a:ext cx="18288050" cy="3544324"/>
          </a:xfrm>
          <a:custGeom>
            <a:avLst/>
            <a:gdLst/>
            <a:ahLst/>
            <a:cxnLst/>
            <a:rect l="l" t="t" r="r" b="b"/>
            <a:pathLst>
              <a:path w="15849563" h="9172463">
                <a:moveTo>
                  <a:pt x="0" y="0"/>
                </a:moveTo>
                <a:lnTo>
                  <a:pt x="15849563" y="0"/>
                </a:lnTo>
                <a:lnTo>
                  <a:pt x="15849563" y="9172463"/>
                </a:lnTo>
                <a:lnTo>
                  <a:pt x="0" y="9172463"/>
                </a:lnTo>
                <a:close/>
              </a:path>
            </a:pathLst>
          </a:custGeom>
          <a:solidFill>
            <a:srgbClr val="D9E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21615" y="1562100"/>
            <a:ext cx="18066164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solidFill>
                  <a:srgbClr val="004EA1"/>
                </a:solidFill>
                <a:latin typeface="演示秋鸿楷" panose="00000500000000000000" pitchFamily="2" charset="-122"/>
                <a:ea typeface="演示秋鸿楷" panose="00000500000000000000" pitchFamily="2" charset="-122"/>
                <a:cs typeface="Times New Roman" panose="02020603050405020304" pitchFamily="18" charset="0"/>
                <a:sym typeface="+mn-ea"/>
              </a:rPr>
              <a:t>面向心律失常老人的可穿戴多体征监护系统：</a:t>
            </a:r>
            <a:r>
              <a:rPr lang="zh-CN" altLang="en-US" sz="3200" b="1" dirty="0">
                <a:solidFill>
                  <a:schemeClr val="tx1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  <a:sym typeface="+mn-ea"/>
              </a:rPr>
              <a:t>研究不足与未来展望</a:t>
            </a:r>
            <a:endParaRPr lang="zh-CN" altLang="en-US" sz="3200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云峰飞云体" panose="02000500000000000000" pitchFamily="2" charset="-122"/>
              <a:ea typeface="云峰飞云体" panose="02000500000000000000" pitchFamily="2" charset="-122"/>
              <a:cs typeface="云峰飞云体" panose="02000500000000000000" pitchFamily="2" charset="-122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04800" y="2857500"/>
            <a:ext cx="8987155" cy="6475730"/>
          </a:xfrm>
          <a:prstGeom prst="roundRect">
            <a:avLst/>
          </a:prstGeom>
          <a:ln w="127000"/>
          <a:effectLst>
            <a:glow rad="228600">
              <a:srgbClr val="00489B"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200000"/>
              </a:lnSpc>
            </a:pPr>
            <a:r>
              <a:rPr lang="zh-CN" sz="4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研究不足</a:t>
            </a:r>
            <a:r>
              <a:rPr lang="zh-CN" sz="40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：</a:t>
            </a:r>
            <a:br>
              <a:rPr lang="zh-CN" sz="40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</a:b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u="sng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算法泛化层面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：尚未引入国内老年人群的临床数据</a:t>
            </a:r>
            <a:b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</a:b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u="sng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硬件集成层面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：使用的是</a:t>
            </a: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MAX30102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模块</a:t>
            </a:r>
          </a:p>
          <a:p>
            <a:pPr algn="l">
              <a:lnSpc>
                <a:spcPct val="200000"/>
              </a:lnSpc>
            </a:pP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                              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防水能力</a:t>
            </a:r>
            <a:r>
              <a:rPr 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不足</a:t>
            </a:r>
          </a:p>
          <a:p>
            <a:pPr algn="l">
              <a:lnSpc>
                <a:spcPct val="200000"/>
              </a:lnSpc>
            </a:pP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u="sng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智能化水平层面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：未构建云端大数据分析体系</a:t>
            </a:r>
          </a:p>
          <a:p>
            <a:pPr algn="l">
              <a:lnSpc>
                <a:spcPct val="200000"/>
              </a:lnSpc>
            </a:pP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800" u="sng">
                <a:solidFill>
                  <a:srgbClr val="FF3B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产品化适配层面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：使用进口通用型号，成本略高</a:t>
            </a:r>
          </a:p>
        </p:txBody>
      </p:sp>
      <p:pic>
        <p:nvPicPr>
          <p:cNvPr id="5" name="图形 6" descr="v 形箭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795" y="5676766"/>
            <a:ext cx="890270" cy="704215"/>
          </a:xfrm>
          <a:prstGeom prst="rect">
            <a:avLst/>
          </a:prstGeom>
          <a:noFill/>
          <a:ln w="22225"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7" name="圆角矩形 16"/>
          <p:cNvSpPr/>
          <p:nvPr/>
        </p:nvSpPr>
        <p:spPr>
          <a:xfrm>
            <a:off x="10491470" y="2984500"/>
            <a:ext cx="7559675" cy="6475730"/>
          </a:xfrm>
          <a:prstGeom prst="roundRect">
            <a:avLst/>
          </a:prstGeom>
          <a:solidFill>
            <a:srgbClr val="00B050"/>
          </a:solidFill>
          <a:ln w="127000"/>
          <a:effectLst>
            <a:glow rad="228600">
              <a:srgbClr val="FBC642">
                <a:alpha val="40000"/>
              </a:srgbClr>
            </a:glow>
            <a:outerShdw blurRad="50800" dist="381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200000"/>
              </a:lnSpc>
            </a:pPr>
            <a:r>
              <a:rPr lang="zh-CN" sz="4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未来展望</a:t>
            </a:r>
            <a:r>
              <a:rPr lang="zh-CN" sz="40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：</a:t>
            </a:r>
            <a:br>
              <a:rPr lang="zh-CN" sz="40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</a:b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构建本土数据集，引入注意力机制</a:t>
            </a:r>
            <a:b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</a:b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改为专用</a:t>
            </a: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PPG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传感芯片</a:t>
            </a:r>
          </a:p>
          <a:p>
            <a:pPr algn="l">
              <a:lnSpc>
                <a:spcPct val="200000"/>
              </a:lnSpc>
            </a:pP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完善结构密封设计</a:t>
            </a:r>
          </a:p>
          <a:p>
            <a:pPr algn="l">
              <a:lnSpc>
                <a:spcPct val="200000"/>
              </a:lnSpc>
            </a:pP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建立大数据库，引入云端深度学习模型</a:t>
            </a:r>
          </a:p>
          <a:p>
            <a:pPr algn="l">
              <a:lnSpc>
                <a:spcPct val="200000"/>
              </a:lnSpc>
            </a:pPr>
            <a:r>
              <a:rPr lang="en-US" altLang="zh-CN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芯片国产化替代，进一步降低量产成本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6250"/>
          <a:stretch>
            <a:fillRect/>
          </a:stretch>
        </p:blipFill>
        <p:spPr>
          <a:xfrm flipH="1">
            <a:off x="3092450" y="0"/>
            <a:ext cx="15195550" cy="10300335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35" y="0"/>
            <a:ext cx="18291810" cy="10336530"/>
          </a:xfrm>
          <a:custGeom>
            <a:avLst/>
            <a:gdLst/>
            <a:ahLst/>
            <a:cxnLst/>
            <a:rect l="l" t="t" r="r" b="b"/>
            <a:pathLst>
              <a:path w="18250541" h="10287000">
                <a:moveTo>
                  <a:pt x="0" y="0"/>
                </a:moveTo>
                <a:lnTo>
                  <a:pt x="18250541" y="0"/>
                </a:lnTo>
                <a:lnTo>
                  <a:pt x="182505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33000">
                <a:srgbClr val="004EA1">
                  <a:alpha val="59000"/>
                </a:srgbClr>
              </a:gs>
              <a:gs pos="0">
                <a:srgbClr val="004EA1">
                  <a:alpha val="19000"/>
                </a:srgbClr>
              </a:gs>
              <a:gs pos="69000">
                <a:srgbClr val="00489B"/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zh-CN" altLang="en-US" dirty="0"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52395" y="114166"/>
            <a:ext cx="17487064" cy="4519930"/>
            <a:chOff x="800936" y="4857288"/>
            <a:chExt cx="17487064" cy="4519930"/>
          </a:xfrm>
        </p:grpSpPr>
        <p:sp>
          <p:nvSpPr>
            <p:cNvPr id="19" name="TextBox 19"/>
            <p:cNvSpPr txBox="1"/>
            <p:nvPr/>
          </p:nvSpPr>
          <p:spPr>
            <a:xfrm>
              <a:off x="800936" y="4857288"/>
              <a:ext cx="17487064" cy="984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680"/>
                </a:lnSpc>
              </a:pPr>
              <a:r>
                <a:rPr lang="zh-CN" altLang="en-US" sz="5400" b="1" spc="79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</a:rPr>
                <a:t>验证</a:t>
              </a:r>
              <a:r>
                <a:rPr lang="zh-CN" altLang="en-US" sz="6000" b="1" spc="79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总结</a:t>
              </a:r>
              <a:r>
                <a:rPr lang="zh-CN" altLang="en-US" sz="4000" b="1" spc="79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Times New Roman" panose="02020603050405020304" pitchFamily="18" charset="0"/>
                  <a:sym typeface="+mn-ea"/>
                </a:rPr>
                <a:t>：闭环验证与未来展望</a:t>
              </a:r>
              <a:r>
                <a:rPr lang="en-US" altLang="zh-CN" sz="4000" b="1" spc="79" dirty="0">
                  <a:solidFill>
                    <a:schemeClr val="bg1"/>
                  </a:solidFill>
                  <a:latin typeface="思源宋体 CN SemiBold" panose="02020600000000000000" charset="-122"/>
                  <a:ea typeface="思源宋体 CN SemiBold" panose="02020600000000000000" charset="-122"/>
                  <a:cs typeface="Times New Roman" panose="02020603050405020304" pitchFamily="18" charset="0"/>
                  <a:sym typeface="+mn-ea"/>
                </a:rPr>
                <a:t>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7136" y="6686088"/>
              <a:ext cx="14073505" cy="269113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2880"/>
                </a:lnSpc>
              </a:pPr>
              <a:r>
                <a:rPr lang="zh-CN" altLang="en-US" sz="44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演示秋鸿楷" panose="00000500000000000000" pitchFamily="2" charset="-122"/>
                </a:rPr>
                <a:t>“</a:t>
              </a:r>
              <a:r>
                <a:rPr lang="zh-CN" altLang="en-US" sz="4400" dirty="0">
                  <a:solidFill>
                    <a:srgbClr val="FF3B62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  <a:reflection blurRad="6350" stA="55000" endA="50" endPos="85000" dist="60007" dir="5400000" sy="-100000" algn="bl" rotWithShape="0"/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演示秋鸿楷" panose="00000500000000000000" pitchFamily="2" charset="-122"/>
                </a:rPr>
                <a:t>当一位独居老人深夜突发心律失常时，有没有人在听</a:t>
              </a:r>
              <a:r>
                <a:rPr lang="zh-CN" altLang="en-US" sz="4400" dirty="0">
                  <a:solidFill>
                    <a:srgbClr val="FF3B62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  <a:reflection blurRad="6350" stA="55000" endA="300" endPos="45500" dir="5400000" sy="-100000" algn="bl" rotWithShape="0"/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演示秋鸿楷" panose="00000500000000000000" pitchFamily="2" charset="-122"/>
                </a:rPr>
                <a:t>？</a:t>
              </a:r>
              <a:r>
                <a:rPr lang="zh-CN" altLang="en-US" sz="44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演示秋鸿楷" panose="00000500000000000000" pitchFamily="2" charset="-122"/>
                  <a:ea typeface="演示秋鸿楷" panose="00000500000000000000" pitchFamily="2" charset="-122"/>
                  <a:cs typeface="演示秋鸿楷" panose="00000500000000000000" pitchFamily="2" charset="-122"/>
                </a:rPr>
                <a:t>”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849159" y="5967207"/>
              <a:ext cx="13400241" cy="7287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/>
          <a:srcRect t="-4537" r="44680" b="-14338"/>
          <a:stretch>
            <a:fillRect/>
          </a:stretch>
        </p:blipFill>
        <p:spPr>
          <a:xfrm>
            <a:off x="14706421" y="114224"/>
            <a:ext cx="3400493" cy="855792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34035" y="2781300"/>
            <a:ext cx="11377930" cy="7086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5400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一块5厘米的柔性电路板</a:t>
            </a:r>
          </a:p>
          <a:p>
            <a:pPr indent="0" algn="ctr" fontAlgn="auto">
              <a:lnSpc>
                <a:spcPct val="150000"/>
              </a:lnSpc>
            </a:pPr>
            <a:r>
              <a:rPr lang="zh-CN" altLang="en-US" sz="5400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一个29</a:t>
            </a:r>
            <a:r>
              <a:rPr lang="en-US" altLang="zh-CN" sz="5400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KB</a:t>
            </a:r>
            <a:r>
              <a:rPr lang="zh-CN" altLang="en-US" sz="5400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5400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5400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模型</a:t>
            </a:r>
          </a:p>
          <a:p>
            <a:pPr indent="0" algn="ctr" fontAlgn="auto">
              <a:lnSpc>
                <a:spcPct val="150000"/>
              </a:lnSpc>
            </a:pPr>
            <a:r>
              <a:rPr lang="zh-CN" altLang="en-US" sz="5400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一行行代码</a:t>
            </a:r>
          </a:p>
          <a:p>
            <a:pPr indent="0" algn="ctr" fontAlgn="auto">
              <a:lnSpc>
                <a:spcPct val="150000"/>
              </a:lnSpc>
            </a:pPr>
            <a:r>
              <a:rPr lang="zh-CN" altLang="en-US" sz="5400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它们加在一起</a:t>
            </a:r>
          </a:p>
          <a:p>
            <a:pPr indent="0" algn="ctr" fontAlgn="auto">
              <a:lnSpc>
                <a:spcPct val="150000"/>
              </a:lnSpc>
            </a:pPr>
            <a:r>
              <a:rPr lang="zh-CN" altLang="en-US" sz="5400">
                <a:solidFill>
                  <a:schemeClr val="bg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云峰飞云体" panose="02000500000000000000" pitchFamily="2" charset="-122"/>
                <a:cs typeface="Times New Roman" panose="02020603050405020304" pitchFamily="18" charset="0"/>
              </a:rPr>
              <a:t>就是那个24小时不休息的听诊器</a:t>
            </a:r>
          </a:p>
        </p:txBody>
      </p:sp>
      <p:pic>
        <p:nvPicPr>
          <p:cNvPr id="4" name="图片 3" descr="武汉理工大学-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035" y="2851785"/>
            <a:ext cx="1080000" cy="1080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035" y="6591300"/>
            <a:ext cx="1080000" cy="1080000"/>
          </a:xfrm>
          <a:prstGeom prst="ellipse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035" y="4076700"/>
            <a:ext cx="1080000" cy="1080000"/>
          </a:xfrm>
          <a:prstGeom prst="ellipse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035" y="5334000"/>
            <a:ext cx="1080000" cy="1080000"/>
          </a:xfrm>
          <a:prstGeom prst="ellipse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035" y="7848600"/>
            <a:ext cx="1080000" cy="1080000"/>
          </a:xfrm>
          <a:prstGeom prst="ellipse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/桌面/VCG41N2149642730.jpgVCG41N2149642730"/>
          <p:cNvPicPr>
            <a:picLocks noChangeAspect="1"/>
          </p:cNvPicPr>
          <p:nvPr/>
        </p:nvPicPr>
        <p:blipFill>
          <a:blip r:embed="rId3"/>
          <a:srcRect l="3116" r="3116" b="5284"/>
          <a:stretch>
            <a:fillRect/>
          </a:stretch>
        </p:blipFill>
        <p:spPr>
          <a:xfrm flipH="1">
            <a:off x="4114800" y="-38100"/>
            <a:ext cx="14635480" cy="1029335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0" y="0"/>
            <a:ext cx="18341340" cy="10287000"/>
          </a:xfrm>
          <a:custGeom>
            <a:avLst/>
            <a:gdLst/>
            <a:ahLst/>
            <a:cxnLst/>
            <a:rect l="l" t="t" r="r" b="b"/>
            <a:pathLst>
              <a:path w="18250541" h="10287000">
                <a:moveTo>
                  <a:pt x="0" y="0"/>
                </a:moveTo>
                <a:lnTo>
                  <a:pt x="18250541" y="0"/>
                </a:lnTo>
                <a:lnTo>
                  <a:pt x="182505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33000">
                <a:srgbClr val="004EA1">
                  <a:alpha val="59000"/>
                </a:srgbClr>
              </a:gs>
              <a:gs pos="0">
                <a:srgbClr val="004EA1">
                  <a:alpha val="19000"/>
                </a:srgbClr>
              </a:gs>
              <a:gs pos="69000">
                <a:srgbClr val="00489B"/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2400" y="5448300"/>
            <a:ext cx="16746855" cy="76200"/>
          </a:xfrm>
          <a:prstGeom prst="rect">
            <a:avLst/>
          </a:prstGeom>
          <a:gradFill>
            <a:gsLst>
              <a:gs pos="0">
                <a:schemeClr val="bg1">
                  <a:lumMod val="99000"/>
                  <a:alpha val="0"/>
                </a:schemeClr>
              </a:gs>
              <a:gs pos="28000">
                <a:schemeClr val="bg1">
                  <a:alpha val="39000"/>
                </a:schemeClr>
              </a:gs>
              <a:gs pos="76000">
                <a:schemeClr val="bg1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6" name="TextBox 17"/>
          <p:cNvSpPr txBox="1"/>
          <p:nvPr/>
        </p:nvSpPr>
        <p:spPr>
          <a:xfrm>
            <a:off x="76200" y="5823878"/>
            <a:ext cx="10667999" cy="43053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t">
            <a:spAutoFit/>
          </a:bodyPr>
          <a:lstStyle/>
          <a:p>
            <a:pPr lvl="0" indent="0" algn="ctr" fontAlgn="auto">
              <a:lnSpc>
                <a:spcPct val="100000"/>
              </a:lnSpc>
              <a:spcBef>
                <a:spcPct val="0"/>
              </a:spcBef>
            </a:pP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武汉理工大学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级本科生毕业设计论文答辩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20040" y="499595"/>
            <a:ext cx="8823960" cy="960768"/>
            <a:chOff x="320040" y="499595"/>
            <a:chExt cx="8823960" cy="960768"/>
          </a:xfrm>
        </p:grpSpPr>
        <p:sp>
          <p:nvSpPr>
            <p:cNvPr id="23" name="文本框 22"/>
            <p:cNvSpPr txBox="1"/>
            <p:nvPr/>
          </p:nvSpPr>
          <p:spPr>
            <a:xfrm>
              <a:off x="4578182" y="589087"/>
              <a:ext cx="4565818" cy="706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4000" b="0" i="0" dirty="0">
                  <a:solidFill>
                    <a:schemeClr val="bg1"/>
                  </a:solidFill>
                  <a:effectLst/>
                  <a:latin typeface="三极行楷简体-粗" panose="00000500000000000000" charset="-122"/>
                  <a:ea typeface="三极行楷简体-粗" panose="00000500000000000000" charset="-122"/>
                  <a:cs typeface="Times New Roman" panose="02020603050405020304" pitchFamily="18" charset="0"/>
                </a:rPr>
                <a:t>厚德博学 追求卓越</a:t>
              </a:r>
              <a:endParaRPr lang="zh-CN" altLang="en-US" sz="4000" dirty="0">
                <a:solidFill>
                  <a:schemeClr val="bg1"/>
                </a:solidFill>
                <a:latin typeface="三极行楷简体-粗" panose="00000500000000000000" charset="-122"/>
                <a:ea typeface="三极行楷简体-粗" panose="00000500000000000000" charset="-122"/>
                <a:cs typeface="Times New Roman" panose="02020603050405020304" pitchFamily="18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r="40652" b="-14337"/>
            <a:stretch>
              <a:fillRect/>
            </a:stretch>
          </p:blipFill>
          <p:spPr>
            <a:xfrm>
              <a:off x="320040" y="499595"/>
              <a:ext cx="4258142" cy="960768"/>
            </a:xfrm>
            <a:prstGeom prst="rect">
              <a:avLst/>
            </a:prstGeom>
          </p:spPr>
        </p:pic>
      </p:grpSp>
      <p:sp>
        <p:nvSpPr>
          <p:cNvPr id="4" name="TextBox 18"/>
          <p:cNvSpPr txBox="1"/>
          <p:nvPr/>
        </p:nvSpPr>
        <p:spPr>
          <a:xfrm>
            <a:off x="320040" y="7458417"/>
            <a:ext cx="21210050" cy="1938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机电工程学院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  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班级：测控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2202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班</a:t>
            </a: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答辩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人：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张元杰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+mn-ea"/>
              </a:rPr>
              <a:t>指导老师：刘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演示秋鸿楷" panose="00000500000000000000" pitchFamily="2" charset="-122"/>
                <a:sym typeface="+mn-ea"/>
              </a:rPr>
              <a:t>繄</a:t>
            </a:r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演示秋鸿楷" panose="00000500000000000000" pitchFamily="2" charset="-122"/>
                <a:ea typeface="演示秋鸿楷" panose="00000500000000000000" pitchFamily="2" charset="-122"/>
                <a:cs typeface="演示秋鸿楷" panose="00000500000000000000" pitchFamily="2" charset="-122"/>
                <a:sym typeface="汉仪书宋二简" panose="02010600000101010101" charset="-122"/>
              </a:rPr>
              <a:t> </a:t>
            </a:r>
            <a:endParaRPr 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演示秋鸿楷" panose="00000500000000000000" pitchFamily="2" charset="-122"/>
              <a:ea typeface="演示秋鸿楷" panose="00000500000000000000" pitchFamily="2" charset="-122"/>
              <a:cs typeface="演示秋鸿楷" panose="00000500000000000000" pitchFamily="2" charset="-122"/>
              <a:sym typeface="汉仪书宋二简" panose="0201060000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5" y="6591300"/>
            <a:ext cx="18744565" cy="895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>
                <a:solidFill>
                  <a:schemeClr val="tx1"/>
                </a:solidFill>
              </a:rPr>
              <a:t>恳请各位老师批评指正！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121285" y="2933700"/>
            <a:ext cx="18042255" cy="221551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面向</a:t>
            </a:r>
            <a:r>
              <a:rPr lang="zh-CN" altLang="en-US" sz="6000" b="1" dirty="0">
                <a:solidFill>
                  <a:srgbClr val="FFC000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心律失常</a:t>
            </a:r>
            <a:r>
              <a:rPr lang="zh-CN" altLang="en-US" sz="6000" b="1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老人的</a:t>
            </a:r>
            <a:r>
              <a:rPr lang="zh-CN" altLang="en-US" sz="6000" b="1" dirty="0">
                <a:solidFill>
                  <a:srgbClr val="FFC000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可穿戴</a:t>
            </a:r>
            <a:r>
              <a:rPr lang="zh-CN" altLang="en-US" sz="6000" b="1" dirty="0">
                <a:solidFill>
                  <a:schemeClr val="bg1"/>
                </a:solidFill>
                <a:latin typeface="云峰飞云体" panose="02000500000000000000" pitchFamily="2" charset="-122"/>
                <a:ea typeface="云峰飞云体" panose="02000500000000000000" pitchFamily="2" charset="-122"/>
                <a:cs typeface="云峰飞云体" panose="02000500000000000000" pitchFamily="2" charset="-122"/>
              </a:rPr>
              <a:t>多体征监护系统</a:t>
            </a:r>
          </a:p>
          <a:p>
            <a:pPr lvl="0" indent="0" algn="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6000" b="1" dirty="0">
                <a:solidFill>
                  <a:schemeClr val="bg1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 ——</a:t>
            </a:r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一套覆盖“</a:t>
            </a:r>
            <a:r>
              <a:rPr lang="zh-CN" altLang="en-US" sz="4400" b="1" dirty="0">
                <a:solidFill>
                  <a:srgbClr val="FBC642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端-边-云-端</a:t>
            </a:r>
            <a:r>
              <a: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”完整链路的</a:t>
            </a:r>
            <a:r>
              <a:rPr lang="en-US" altLang="zh-CN" sz="4400" b="1" dirty="0">
                <a:solidFill>
                  <a:srgbClr val="FBC642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AIoT</a:t>
            </a:r>
            <a:r>
              <a:rPr lang="zh-CN" altLang="en-US" sz="4400" b="1" dirty="0">
                <a:solidFill>
                  <a:srgbClr val="FBC642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可穿戴医疗监护系统</a:t>
            </a:r>
            <a:r>
              <a:rPr lang="en-US" altLang="zh-CN" sz="4400" b="1" dirty="0">
                <a:solidFill>
                  <a:schemeClr val="bg1"/>
                </a:solidFill>
                <a:latin typeface="Times New Roman" panose="02020603050405020304" pitchFamily="18" charset="0"/>
                <a:ea typeface="演示秋鸿楷" panose="00000500000000000000" pitchFamily="2" charset="-122"/>
                <a:cs typeface="Times New Roman" panose="02020603050405020304" pitchFamily="18" charset="0"/>
              </a:rPr>
              <a:t>       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JhMGNmNTI4MDM4NmE3N2YwMTVmYmJlNTZhOGY1ZD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39.95,&quot;left&quot;:0,&quot;top&quot;:0.6,&quot;width&quot;:960.1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51.9484251968504,&quot;left&quot;:1019.85,&quot;top&quot;:120.65,&quot;width&quot;:311.9610236220472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64.85,&quot;left&quot;:614,&quot;top&quot;:-18.75,&quot;width&quot;:822.6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86*554"/>
  <p:tag name="TABLE_ENDDRAG_RECT" val="21*183*1386*55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42.4,&quot;left&quot;:16.2,&quot;top&quot;:35,&quot;width&quot;:1396.1066929133858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自定义 3">
      <a:dk1>
        <a:sysClr val="windowText" lastClr="000000"/>
      </a:dk1>
      <a:lt1>
        <a:sysClr val="window" lastClr="FFFFFF"/>
      </a:lt1>
      <a:dk2>
        <a:srgbClr val="013A89"/>
      </a:dk2>
      <a:lt2>
        <a:srgbClr val="FFFFFF"/>
      </a:lt2>
      <a:accent1>
        <a:srgbClr val="013A89"/>
      </a:accent1>
      <a:accent2>
        <a:srgbClr val="013A89"/>
      </a:accent2>
      <a:accent3>
        <a:srgbClr val="013A89"/>
      </a:accent3>
      <a:accent4>
        <a:srgbClr val="E3EAF6"/>
      </a:accent4>
      <a:accent5>
        <a:srgbClr val="E3EAF6"/>
      </a:accent5>
      <a:accent6>
        <a:srgbClr val="E3EAF6"/>
      </a:accent6>
      <a:hlink>
        <a:srgbClr val="E3EAF6"/>
      </a:hlink>
      <a:folHlink>
        <a:srgbClr val="E3EAF6"/>
      </a:folHlink>
    </a:clrScheme>
    <a:fontScheme name="font">
      <a:majorFont>
        <a:latin typeface="Times New Roman"/>
        <a:ea typeface="思源宋体 CN SemiBold"/>
        <a:cs typeface=""/>
      </a:majorFont>
      <a:minorFont>
        <a:latin typeface="Times New Roman"/>
        <a:ea typeface="思源宋体 CN Semi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>
            <a:alphaModFix amt="67000"/>
          </a:blip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宋体 CN SemiBold"/>
        <a:ea typeface=""/>
        <a:cs typeface=""/>
        <a:font script="Jpan" typeface="游ゴシック"/>
        <a:font script="Hang" typeface="맑은 고딕"/>
        <a:font script="Hans" typeface="思源宋体 CN SemiBold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思源宋体 CN SemiBold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1948</Words>
  <Application>Microsoft Office PowerPoint</Application>
  <PresentationFormat>自定义</PresentationFormat>
  <Paragraphs>383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华文中宋</vt:lpstr>
      <vt:lpstr>三极行楷简体-粗</vt:lpstr>
      <vt:lpstr>演示秋鸿楷</vt:lpstr>
      <vt:lpstr>Arial</vt:lpstr>
      <vt:lpstr>云峰飞云体</vt:lpstr>
      <vt:lpstr>思源宋体 CN SemiBold</vt:lpstr>
      <vt:lpstr>Times New Roman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YJ Z</cp:lastModifiedBy>
  <cp:revision>347</cp:revision>
  <dcterms:created xsi:type="dcterms:W3CDTF">2025-03-04T04:06:00Z</dcterms:created>
  <dcterms:modified xsi:type="dcterms:W3CDTF">2026-05-12T08:45:34Z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9CA1339C12F04498B3D58AA7D7AA871B_12</vt:lpwstr>
  </property>
  <property fmtid="{D5CDD505-2E9C-101B-9397-08002B2CF9AE}" pid="3" name="KSOProductBuildVer">
    <vt:lpwstr>2052-12.1.0.25865</vt:lpwstr>
  </property>
  <property fmtid="{D5CDD505-2E9C-101B-9397-08002B2CF9AE}" pid="4" name="CWMf545bdb04dd411f1800041f3000041f3">
    <vt:lpwstr>CWM6TIW+KV+5VRSwWWpuEbITzCIC1KgblfRIJo/lkLAqO6kcek7U6NaPn2jyB6wLX0kh2aGBSw8fyW8gWG/P3LoSg==</vt:lpwstr>
  </property>
  <property fmtid="{D5CDD505-2E9C-101B-9397-08002B2CF9AE}" pid="5" name="fileWhereFroms">
    <vt:lpwstr>PpjeLB1gRN0lwrPqMaCTkv/Tzo+dL1TT+gZ9nBHsS1+OC7XCT6Dvp8/qGx0qqRoMj12NEzajyXKtf2in59q1Grr0LZ9A/gZV0qfsEqu2pUuL1Kex5PfDuKQOg5o6epURIlf2aT/+wUyeeSwklZI2RjbI6/jwTzRgtEeS41203gbsS3Vnl0o0jVU9Pu5YijTxMcG4Z3c4rFL7S8uKkZiQVN+lUMrOY/lloH+fnOcFd4v/f7kQosDufz/yUCz4CGUgUeVTsVuYx3LafBs1ew6t+MsycvdOQO5ACbcliFBYzJs=</vt:lpwstr>
  </property>
</Properties>
</file>